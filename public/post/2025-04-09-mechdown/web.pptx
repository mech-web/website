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A594"/>
    <a:srgbClr val="FFD139"/>
    <a:srgbClr val="171D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1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6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85A4-6F73-EBA6-11E2-0F7E0646C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E3A56-34D3-C91E-70B1-7A742A7D5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84341-E05E-94F1-FFDA-9214BB91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81691-AC01-F885-88CF-A3D34EFE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1998D-7CC3-3E12-077D-455EF2B6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6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87D9-C3D8-4A30-520E-6D73D5F2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D0AC1-74AF-BB2F-E696-4F2ACE90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45A3-7254-FAE7-B366-6F64ECF2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F6E5A-4B36-DCF4-86BB-D82E894AC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E5A95-AF91-5F26-33D8-7B764D1B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2430-9666-9A58-DE67-0CBD4E0E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48541-FF5C-94C3-A788-0AECF8BBA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2CB98-50B1-5BB9-8161-2532C245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A10A6-D548-D611-9FCF-34751F6D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449C9-8E2A-8F21-EC63-647590E1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2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896A-D0DF-423B-6D14-D93EEA93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7FEF5-2A63-2DA7-DC7E-348731DE0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A5EAF-3457-82D8-F6D1-60B95D2A4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0D7DB-5236-5D1E-D28E-8385EC28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7BAC9-E4A3-3944-E91D-835328D5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5E7BA-7DA1-4EA7-CA2D-FE6A3616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1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F1A9-C843-56F4-587F-FEE29D60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A0579-EF4B-AF62-E3A8-3F3FFA4A6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71792-2E78-5740-39B6-5905CC513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BE5E7-8F5B-ADDC-C73D-86DCDE70F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6827A-F8DF-6736-8BDE-6D263EAAE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246FC2-6B54-E639-0E7E-BF940299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23BDB-9E59-A263-8419-41FE55ED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0CC99-C4D6-A855-616D-2AC6B887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5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1C99-3C3B-D955-7249-407B16B7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26E246-AC52-B128-F7A4-F96C6C32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C2CE5B-3033-1696-09D3-7135D440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14BAB-CA22-5A4D-6717-25881D10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7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A649E-8427-F5E7-1893-C039F1AC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EB159-9F04-520C-DFAE-DFB5E9E5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7A2C6-4145-6FDB-B97E-249CC4D0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7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9BF5-2DAB-A4E3-FD0B-A411E796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5202-22D2-6E7D-A619-0C686DB6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F6259-DD46-EB58-766E-674A9AA6D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F2948-5016-9532-F603-0403E509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E3994-252D-C483-1CDC-FF77F8C8A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6A927-BB5A-6646-84A3-74E719BE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1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E3BA-AE18-48A6-E3E4-F740C12E4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8E889-93CE-17BD-DDD2-1BD7B3990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21A5-E064-90AB-27B2-C4A9ECB30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672D0-1AEF-FE48-E815-F418F9BF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356FB-0D7D-98F6-F592-889E8CA7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3F712-623D-5B8E-A2F3-3DE15409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2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99D6-2789-279D-6D05-6C1F5AF8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C9506-E65D-9DEC-0F05-E2FBC0153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AF088-A804-AE85-E73C-0BDACE45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9DE5-302C-7E25-6D11-CAD349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8FD58-0683-4B06-A954-931CCF3C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0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F85F8-5D6F-E29C-577D-2377D57BA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C727D-FFEA-7A7A-2F69-C948565AE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92DE-7C5B-FA5A-8181-70573080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0EB2-E2F3-BD25-E580-42E45B04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A7D63-5008-8CBC-7811-54160863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1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71A02-2E84-420F-94AE-A7C8BFDC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C9A6A-BA00-6B36-6FDA-69444BF0C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89545-9169-BBEB-E39A-1E7622538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0ED0C-15DF-4025-94AC-DA999588ABF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872FC-B7FD-29D7-F24A-4FD348B6B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2442A-10F6-8F01-166B-3710BBA75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5D575-BE4A-4AE5-AFCD-C81081A8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3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822AFB25-CB60-2EC3-B7EC-DE2D4F8584AF}"/>
              </a:ext>
            </a:extLst>
          </p:cNvPr>
          <p:cNvGrpSpPr/>
          <p:nvPr/>
        </p:nvGrpSpPr>
        <p:grpSpPr>
          <a:xfrm>
            <a:off x="2610765" y="305978"/>
            <a:ext cx="4482694" cy="6004082"/>
            <a:chOff x="2610765" y="305978"/>
            <a:chExt cx="4482694" cy="600408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4076695-8A07-8C4B-78DB-9F3A050B4FD1}"/>
                </a:ext>
              </a:extLst>
            </p:cNvPr>
            <p:cNvGrpSpPr/>
            <p:nvPr/>
          </p:nvGrpSpPr>
          <p:grpSpPr>
            <a:xfrm>
              <a:off x="2742268" y="565167"/>
              <a:ext cx="4239403" cy="5744893"/>
              <a:chOff x="2669600" y="559112"/>
              <a:chExt cx="4239403" cy="5744893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28317A0-0A47-C432-EB9D-43155C35AB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7200"/>
                        </a14:imgEffect>
                      </a14:imgLayer>
                    </a14:imgProps>
                  </a:ext>
                </a:extLst>
              </a:blip>
              <a:srcRect b="4822"/>
              <a:stretch/>
            </p:blipFill>
            <p:spPr>
              <a:xfrm>
                <a:off x="2669600" y="559112"/>
                <a:ext cx="1751961" cy="2219380"/>
              </a:xfrm>
              <a:prstGeom prst="rect">
                <a:avLst/>
              </a:prstGeom>
              <a:ln w="19050">
                <a:solidFill>
                  <a:srgbClr val="ADA594"/>
                </a:solidFill>
              </a:ln>
            </p:spPr>
          </p:pic>
          <p:pic>
            <p:nvPicPr>
              <p:cNvPr id="7" name="Picture 6" descr="A white text with black text&#10;&#10;AI-generated content may be incorrect.">
                <a:extLst>
                  <a:ext uri="{FF2B5EF4-FFF2-40B4-BE49-F238E27FC236}">
                    <a16:creationId xmlns:a16="http://schemas.microsoft.com/office/drawing/2014/main" id="{65B0898A-FC52-6AA6-62BF-C7792282FB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colorTemperature colorTemp="72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03015" y="4599678"/>
                <a:ext cx="1705988" cy="1699210"/>
              </a:xfrm>
              <a:prstGeom prst="rect">
                <a:avLst/>
              </a:prstGeom>
              <a:ln w="19050">
                <a:solidFill>
                  <a:srgbClr val="ADA594"/>
                </a:solidFill>
              </a:ln>
            </p:spPr>
          </p:pic>
          <p:pic>
            <p:nvPicPr>
              <p:cNvPr id="9" name="Picture 8" descr="A screenshot of a computer code&#10;&#10;AI-generated content may be incorrect.">
                <a:extLst>
                  <a:ext uri="{FF2B5EF4-FFF2-40B4-BE49-F238E27FC236}">
                    <a16:creationId xmlns:a16="http://schemas.microsoft.com/office/drawing/2014/main" id="{A1318692-7CB0-5D09-67F8-BFDC40F3E1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colorTemperature colorTemp="72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281" b="6112"/>
              <a:stretch/>
            </p:blipFill>
            <p:spPr>
              <a:xfrm>
                <a:off x="2669600" y="3605012"/>
                <a:ext cx="1751960" cy="2698993"/>
              </a:xfrm>
              <a:prstGeom prst="rect">
                <a:avLst/>
              </a:prstGeom>
              <a:ln w="19050">
                <a:solidFill>
                  <a:srgbClr val="ADA594"/>
                </a:solidFill>
              </a:ln>
            </p:spPr>
          </p:pic>
          <p:pic>
            <p:nvPicPr>
              <p:cNvPr id="11" name="Picture 10" descr="A screenshot of a computer code&#10;&#10;AI-generated content may be incorrect.">
                <a:extLst>
                  <a:ext uri="{FF2B5EF4-FFF2-40B4-BE49-F238E27FC236}">
                    <a16:creationId xmlns:a16="http://schemas.microsoft.com/office/drawing/2014/main" id="{DA660A16-DF61-1093-B088-7CB6BAD2F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colorTemperature colorTemp="72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627"/>
              <a:stretch/>
            </p:blipFill>
            <p:spPr>
              <a:xfrm>
                <a:off x="5203015" y="559112"/>
                <a:ext cx="1705988" cy="3114796"/>
              </a:xfrm>
              <a:prstGeom prst="rect">
                <a:avLst/>
              </a:prstGeom>
              <a:ln w="19050">
                <a:solidFill>
                  <a:srgbClr val="ADA594"/>
                </a:solidFill>
              </a:ln>
            </p:spPr>
          </p:pic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A23FA2A-04DF-828A-BB23-7296F320619D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>
                <a:off x="4421561" y="1668802"/>
                <a:ext cx="781454" cy="0"/>
              </a:xfrm>
              <a:prstGeom prst="straightConnector1">
                <a:avLst/>
              </a:prstGeom>
              <a:ln w="19050">
                <a:solidFill>
                  <a:srgbClr val="ADA594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494728-F5C4-30DA-C4B6-9A1B7FB5927A}"/>
                  </a:ext>
                </a:extLst>
              </p:cNvPr>
              <p:cNvSpPr txBox="1"/>
              <p:nvPr/>
            </p:nvSpPr>
            <p:spPr>
              <a:xfrm>
                <a:off x="4519579" y="1721324"/>
                <a:ext cx="58541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rgbClr val="ADA594"/>
                    </a:solidFill>
                    <a:latin typeface="Fira Code" panose="020B0509050000020004" pitchFamily="49" charset="0"/>
                    <a:ea typeface="Fira Code" panose="020B0509050000020004" pitchFamily="49" charset="0"/>
                  </a:rPr>
                  <a:t>WEAVE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987B739D-4BCB-B13A-AC98-B8D7F68B68FF}"/>
                  </a:ext>
                </a:extLst>
              </p:cNvPr>
              <p:cNvGrpSpPr/>
              <p:nvPr/>
            </p:nvGrpSpPr>
            <p:grpSpPr>
              <a:xfrm>
                <a:off x="3545580" y="2778492"/>
                <a:ext cx="274094" cy="826520"/>
                <a:chOff x="3459934" y="2756124"/>
                <a:chExt cx="274094" cy="826520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7DB32866-3665-C503-5630-A03F6F77E6AB}"/>
                    </a:ext>
                  </a:extLst>
                </p:cNvPr>
                <p:cNvCxnSpPr>
                  <a:cxnSpLocks/>
                  <a:endCxn id="9" idx="0"/>
                </p:cNvCxnSpPr>
                <p:nvPr/>
              </p:nvCxnSpPr>
              <p:spPr>
                <a:xfrm>
                  <a:off x="3459934" y="2756124"/>
                  <a:ext cx="0" cy="826520"/>
                </a:xfrm>
                <a:prstGeom prst="straightConnector1">
                  <a:avLst/>
                </a:prstGeom>
                <a:ln w="19050">
                  <a:solidFill>
                    <a:srgbClr val="ADA594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4DD379-6EEB-38D9-6288-8DD7E0C39F02}"/>
                    </a:ext>
                  </a:extLst>
                </p:cNvPr>
                <p:cNvSpPr txBox="1"/>
                <p:nvPr/>
              </p:nvSpPr>
              <p:spPr>
                <a:xfrm rot="16200000">
                  <a:off x="3274286" y="3008838"/>
                  <a:ext cx="665567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rgbClr val="ADA594"/>
                      </a:solidFill>
                      <a:latin typeface="Fira Code" panose="020B0509050000020004" pitchFamily="49" charset="0"/>
                      <a:ea typeface="Fira Code" panose="020B0509050000020004" pitchFamily="49" charset="0"/>
                    </a:rPr>
                    <a:t>TANGLE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7873B1D-03F7-8D1E-E03B-C724B96E2865}"/>
                  </a:ext>
                </a:extLst>
              </p:cNvPr>
              <p:cNvGrpSpPr/>
              <p:nvPr/>
            </p:nvGrpSpPr>
            <p:grpSpPr>
              <a:xfrm>
                <a:off x="6056009" y="3673908"/>
                <a:ext cx="303387" cy="925770"/>
                <a:chOff x="3459934" y="2700123"/>
                <a:chExt cx="303387" cy="92577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CBBC6E1F-4EC8-7415-6895-B07F8D6FABFE}"/>
                    </a:ext>
                  </a:extLst>
                </p:cNvPr>
                <p:cNvCxnSpPr>
                  <a:cxnSpLocks/>
                  <a:stCxn id="11" idx="2"/>
                  <a:endCxn id="7" idx="0"/>
                </p:cNvCxnSpPr>
                <p:nvPr/>
              </p:nvCxnSpPr>
              <p:spPr>
                <a:xfrm>
                  <a:off x="3459934" y="2700123"/>
                  <a:ext cx="0" cy="925770"/>
                </a:xfrm>
                <a:prstGeom prst="straightConnector1">
                  <a:avLst/>
                </a:prstGeom>
                <a:ln w="19050">
                  <a:solidFill>
                    <a:srgbClr val="ADA594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553D59A-8DEA-C640-2D7B-B3DEF423AA9E}"/>
                    </a:ext>
                  </a:extLst>
                </p:cNvPr>
                <p:cNvSpPr txBox="1"/>
                <p:nvPr/>
              </p:nvSpPr>
              <p:spPr>
                <a:xfrm rot="16200000">
                  <a:off x="3432462" y="3052722"/>
                  <a:ext cx="4154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rgbClr val="ADA594"/>
                      </a:solidFill>
                      <a:latin typeface="Fira Code" panose="020B0509050000020004" pitchFamily="49" charset="0"/>
                      <a:ea typeface="Fira Code" panose="020B0509050000020004" pitchFamily="49" charset="0"/>
                    </a:rPr>
                    <a:t>TeX</a:t>
                  </a:r>
                </a:p>
              </p:txBody>
            </p:sp>
          </p:grp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C5F8B8-9A3C-85DC-9FAC-EC93FE39F09E}"/>
                </a:ext>
              </a:extLst>
            </p:cNvPr>
            <p:cNvSpPr txBox="1"/>
            <p:nvPr/>
          </p:nvSpPr>
          <p:spPr>
            <a:xfrm>
              <a:off x="2646088" y="307236"/>
              <a:ext cx="67197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D139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(a) .web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1886D53-2FED-AA3C-E47C-26E9FD1FF763}"/>
                </a:ext>
              </a:extLst>
            </p:cNvPr>
            <p:cNvSpPr txBox="1"/>
            <p:nvPr/>
          </p:nvSpPr>
          <p:spPr>
            <a:xfrm>
              <a:off x="5177663" y="305978"/>
              <a:ext cx="67197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D139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(c) .</a:t>
              </a:r>
              <a:r>
                <a:rPr lang="en-US" sz="800" dirty="0" err="1">
                  <a:solidFill>
                    <a:srgbClr val="FFD139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tex</a:t>
              </a:r>
              <a:endParaRPr lang="en-US" sz="800" dirty="0">
                <a:solidFill>
                  <a:srgbClr val="FFD139"/>
                </a:solidFill>
                <a:latin typeface="Fira Code" panose="020B0509050000020004" pitchFamily="49" charset="0"/>
                <a:ea typeface="Fira Code" panose="020B0509050000020004" pitchFamily="49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FC7AB81-D96B-A6E2-121B-4437ECB21154}"/>
                </a:ext>
              </a:extLst>
            </p:cNvPr>
            <p:cNvSpPr txBox="1"/>
            <p:nvPr/>
          </p:nvSpPr>
          <p:spPr>
            <a:xfrm>
              <a:off x="5177663" y="4346544"/>
              <a:ext cx="67197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D139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(d) .pdf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60E7D24-21EA-1FF2-DF2F-1D7423169E6E}"/>
                </a:ext>
              </a:extLst>
            </p:cNvPr>
            <p:cNvSpPr txBox="1"/>
            <p:nvPr/>
          </p:nvSpPr>
          <p:spPr>
            <a:xfrm>
              <a:off x="2610765" y="3353747"/>
              <a:ext cx="67197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D139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(b) .pas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5E05C63-69C9-AB8E-190D-8138215A8211}"/>
                </a:ext>
              </a:extLst>
            </p:cNvPr>
            <p:cNvSpPr txBox="1"/>
            <p:nvPr/>
          </p:nvSpPr>
          <p:spPr>
            <a:xfrm>
              <a:off x="6629871" y="560507"/>
              <a:ext cx="463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ADA594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1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76AC21BE52414EB47C8151C9BA8B55" ma:contentTypeVersion="4" ma:contentTypeDescription="Create a new document." ma:contentTypeScope="" ma:versionID="7d86ba2b6112715284426536254cefd0">
  <xsd:schema xmlns:xsd="http://www.w3.org/2001/XMLSchema" xmlns:xs="http://www.w3.org/2001/XMLSchema" xmlns:p="http://schemas.microsoft.com/office/2006/metadata/properties" xmlns:ns3="311a858f-e49b-4fe8-a4bc-f1134ffb0fc2" targetNamespace="http://schemas.microsoft.com/office/2006/metadata/properties" ma:root="true" ma:fieldsID="ecaf5c42baf12163585f397ef753734f" ns3:_="">
    <xsd:import namespace="311a858f-e49b-4fe8-a4bc-f1134ffb0f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a858f-e49b-4fe8-a4bc-f1134ffb0f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0A6CDD-BBDD-4216-BEC1-93D64A0049CD}">
  <ds:schemaRefs>
    <ds:schemaRef ds:uri="http://purl.org/dc/terms/"/>
    <ds:schemaRef ds:uri="http://schemas.microsoft.com/office/infopath/2007/PartnerControls"/>
    <ds:schemaRef ds:uri="http://purl.org/dc/elements/1.1/"/>
    <ds:schemaRef ds:uri="311a858f-e49b-4fe8-a4bc-f1134ffb0fc2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6051B3A-99F5-499F-BC07-9682B8D852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265B7A-3AFB-4322-AE78-62E33938C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1a858f-e49b-4fe8-a4bc-f1134ffb0f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24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Fira Code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Montella</dc:creator>
  <cp:lastModifiedBy>Corey Montella</cp:lastModifiedBy>
  <cp:revision>1</cp:revision>
  <dcterms:created xsi:type="dcterms:W3CDTF">2025-04-11T20:03:34Z</dcterms:created>
  <dcterms:modified xsi:type="dcterms:W3CDTF">2025-04-14T19:54:20Z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0x0101007576AC21BE52414EB47C8151C9BA8B55</vt:lpwstr>
  </property>
</Properties>
</file>