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506B"/>
    <a:srgbClr val="1E548A"/>
    <a:srgbClr val="2466A8"/>
    <a:srgbClr val="F2F2F2"/>
    <a:srgbClr val="FFFFFF"/>
    <a:srgbClr val="1E5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4" autoAdjust="0"/>
    <p:restoredTop sz="94660"/>
  </p:normalViewPr>
  <p:slideViewPr>
    <p:cSldViewPr snapToGrid="0">
      <p:cViewPr>
        <p:scale>
          <a:sx n="100" d="100"/>
          <a:sy n="100" d="100"/>
        </p:scale>
        <p:origin x="2320" y="1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27A14-3FDC-4F99-B8FF-84965D36169B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88631-5E32-407F-9952-F441FC2645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21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88631-5E32-407F-9952-F441FC2645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7353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34CD5-95CB-C584-6AE8-2D65BE3CC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9E13BA-1D51-E9C5-7B27-69AC95E168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46FB4-B909-D59D-A0D3-4BC6459E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EC9D-EF3F-45DC-9A8D-472F07534A8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F24C83-E54B-E215-46F7-958D7CD8A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4D859-327D-0AD2-5274-9BC23A86C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ABC28-7FDE-4D11-91B1-EC7CC58EF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68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4EE88-93CC-2A58-2BF3-74A53A40E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B8F08-E934-5646-5A2D-4A838F14A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5BC77-9668-9BF0-1DDE-09E3A3F5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EC9D-EF3F-45DC-9A8D-472F07534A8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27AB8-A8E4-FE87-F946-AC24743E3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AACE4-8C51-6AED-F3C3-CA50F85D1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ABC28-7FDE-4D11-91B1-EC7CC58EF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806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8D43-7951-5D2E-5F50-7FFAAC59C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139BB-0E8C-C3E1-42DA-4EC2F0232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C7468-4FC0-F0C9-BD2A-0DFB07A21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EC9D-EF3F-45DC-9A8D-472F07534A8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7337A-33D3-645B-519C-3A44244F7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18C3C-1CBF-220C-780A-B5C6B240B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ABC28-7FDE-4D11-91B1-EC7CC58EF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02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02352-F99D-9A11-7F85-BC9F01FBF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18382-813E-F4D0-E413-64AB3E4850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73BBA-E80D-159B-513B-EFC5AD13A0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FE227D-D158-12C9-3ED6-CFD6E8158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EC9D-EF3F-45DC-9A8D-472F07534A8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1B589D-EC70-4701-9D25-B16EEAEAA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2FDEF6-1DE0-A97B-E7E9-FD82C4436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ABC28-7FDE-4D11-91B1-EC7CC58EF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01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AD674-1231-1B99-EDFD-A0FB10508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0BA1B-3227-E44A-36E5-D3D99CCA11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739B3-BD3B-8406-5329-A5C8AF25E0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70D5FA-6555-EF27-2445-8125B8C109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2FE38B-6957-4543-A15D-886219492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A65546-A958-218C-2D26-834CAF105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EC9D-EF3F-45DC-9A8D-472F07534A8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F0B984-173D-5F05-E8CD-C3B6A3EEF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5ACBF4-1121-5B4F-0821-77B4C7224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ABC28-7FDE-4D11-91B1-EC7CC58EF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47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96810-3F35-4E92-18FE-6A6552E1D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8EEA1-1262-5F3E-539A-36BD3621B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EC9D-EF3F-45DC-9A8D-472F07534A8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3DB4B3-373B-0B0C-F409-EC8BCD029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A0955D-1197-1F32-D371-85BA6AF2B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ABC28-7FDE-4D11-91B1-EC7CC58EF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59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F74921-03B2-EEAE-23EC-053FF90CB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EC9D-EF3F-45DC-9A8D-472F07534A8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759CFF-99F7-6474-0FD6-98617F5CC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C88CA-F76B-025A-CFFB-01E9AF632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ABC28-7FDE-4D11-91B1-EC7CC58EF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907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8AD3D-4A83-5831-8207-021F06EBB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596A8-A428-0975-E499-9A1460A7B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78DFC-2D19-E7A9-645D-A119BF304B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E6403-A9FF-1D28-2636-302612F4C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EC9D-EF3F-45DC-9A8D-472F07534A8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9545E0-E96F-FF39-BD27-A12D92921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F3FE8-A5C3-93B5-4CAE-AB4F64EAD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ABC28-7FDE-4D11-91B1-EC7CC58EF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77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DEC54-AD09-D290-B611-3507A4E43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ED1C71-CDE3-CEBB-A66B-2307354AFD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A82D4E-1D10-E57A-F601-38D343D09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1FF52-E34C-F204-0237-87558E65E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EC9D-EF3F-45DC-9A8D-472F07534A8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A5766B-3E46-7769-9B63-AE89C87AE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BD8FAB-064B-E90A-5449-A90F6F97E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ABC28-7FDE-4D11-91B1-EC7CC58EF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51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33E47-E59B-85B8-E386-8DB0B612E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A3D2F-8A91-79E2-6853-6F1E97C98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B2DE0-EE3D-B99F-BCB2-0C8591BB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EC9D-EF3F-45DC-9A8D-472F07534A8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EE66E-50B0-633B-7A97-C76E3824A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B82C6-73F6-5C4A-D03F-6B00F9959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ABC28-7FDE-4D11-91B1-EC7CC58EF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861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019F5-C01D-46A9-A166-17CA278567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48B943-051D-B0E8-7E20-4B228F0AF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6D839C-5E0E-E4E8-867A-78BD04B45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DEC9D-EF3F-45DC-9A8D-472F07534A8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8FD0A-CC40-5406-9E7B-845556E69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587D08-C2AB-51E0-6B5F-DEE655D1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ABC28-7FDE-4D11-91B1-EC7CC58EF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236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C7286C-0196-2E50-42DA-633C72A68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8CCE5-DDC3-2093-97AA-2EC8DC74BB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015AC-4082-4914-8296-5624804043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1DEC9D-EF3F-45DC-9A8D-472F07534A88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A1645-FD80-5E4D-B86D-54CD0FC96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00DA5-6C5F-F682-DFD3-0743ADA658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DABC28-7FDE-4D11-91B1-EC7CC58EFA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60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7" name="TextBox 2136">
            <a:extLst>
              <a:ext uri="{FF2B5EF4-FFF2-40B4-BE49-F238E27FC236}">
                <a16:creationId xmlns:a16="http://schemas.microsoft.com/office/drawing/2014/main" id="{2CCECB9A-D9C3-EF28-0838-8B6C08DD1CC0}"/>
              </a:ext>
            </a:extLst>
          </p:cNvPr>
          <p:cNvSpPr txBox="1"/>
          <p:nvPr/>
        </p:nvSpPr>
        <p:spPr>
          <a:xfrm>
            <a:off x="7335691" y="6162290"/>
            <a:ext cx="24058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spc="1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Apache 2.0</a:t>
            </a:r>
            <a:endParaRPr lang="en-US" sz="1100" spc="100" dirty="0">
              <a:solidFill>
                <a:schemeClr val="tx2">
                  <a:lumMod val="25000"/>
                  <a:lumOff val="75000"/>
                </a:schemeClr>
              </a:solidFill>
              <a:latin typeface="Fira Code" panose="020B0509050000020004" pitchFamily="49" charset="0"/>
              <a:ea typeface="Fira Code" panose="020B0509050000020004" pitchFamily="49" charset="0"/>
            </a:endParaRPr>
          </a:p>
        </p:txBody>
      </p:sp>
      <p:sp>
        <p:nvSpPr>
          <p:cNvPr id="1984" name="Rectangle 1983">
            <a:extLst>
              <a:ext uri="{FF2B5EF4-FFF2-40B4-BE49-F238E27FC236}">
                <a16:creationId xmlns:a16="http://schemas.microsoft.com/office/drawing/2014/main" id="{97D54F4D-4A36-E151-4429-F21A78B05F64}"/>
              </a:ext>
            </a:extLst>
          </p:cNvPr>
          <p:cNvSpPr/>
          <p:nvPr/>
        </p:nvSpPr>
        <p:spPr>
          <a:xfrm>
            <a:off x="306618" y="-13355"/>
            <a:ext cx="2441448" cy="310274"/>
          </a:xfrm>
          <a:prstGeom prst="rect">
            <a:avLst/>
          </a:prstGeom>
          <a:noFill/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A</a:t>
            </a:r>
          </a:p>
        </p:txBody>
      </p:sp>
      <p:sp>
        <p:nvSpPr>
          <p:cNvPr id="1996" name="Rectangle 1995">
            <a:extLst>
              <a:ext uri="{FF2B5EF4-FFF2-40B4-BE49-F238E27FC236}">
                <a16:creationId xmlns:a16="http://schemas.microsoft.com/office/drawing/2014/main" id="{9945DB15-68AA-F8E4-F137-EACDBB9513D8}"/>
              </a:ext>
            </a:extLst>
          </p:cNvPr>
          <p:cNvSpPr/>
          <p:nvPr/>
        </p:nvSpPr>
        <p:spPr>
          <a:xfrm>
            <a:off x="2744257" y="-13355"/>
            <a:ext cx="2441448" cy="310274"/>
          </a:xfrm>
          <a:prstGeom prst="rect">
            <a:avLst/>
          </a:prstGeom>
          <a:noFill/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B</a:t>
            </a:r>
          </a:p>
        </p:txBody>
      </p:sp>
      <p:sp>
        <p:nvSpPr>
          <p:cNvPr id="1997" name="Rectangle 1996">
            <a:extLst>
              <a:ext uri="{FF2B5EF4-FFF2-40B4-BE49-F238E27FC236}">
                <a16:creationId xmlns:a16="http://schemas.microsoft.com/office/drawing/2014/main" id="{BE66BE6F-DCAB-FDC1-693D-7842B3469794}"/>
              </a:ext>
            </a:extLst>
          </p:cNvPr>
          <p:cNvSpPr/>
          <p:nvPr/>
        </p:nvSpPr>
        <p:spPr>
          <a:xfrm>
            <a:off x="5181896" y="-13355"/>
            <a:ext cx="2441448" cy="310274"/>
          </a:xfrm>
          <a:prstGeom prst="rect">
            <a:avLst/>
          </a:prstGeom>
          <a:noFill/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C</a:t>
            </a:r>
          </a:p>
        </p:txBody>
      </p:sp>
      <p:sp>
        <p:nvSpPr>
          <p:cNvPr id="1998" name="Rectangle 1997">
            <a:extLst>
              <a:ext uri="{FF2B5EF4-FFF2-40B4-BE49-F238E27FC236}">
                <a16:creationId xmlns:a16="http://schemas.microsoft.com/office/drawing/2014/main" id="{963AC8A8-321B-E438-0B30-C043DAE361EF}"/>
              </a:ext>
            </a:extLst>
          </p:cNvPr>
          <p:cNvSpPr/>
          <p:nvPr/>
        </p:nvSpPr>
        <p:spPr>
          <a:xfrm>
            <a:off x="7619535" y="-13355"/>
            <a:ext cx="2441448" cy="310274"/>
          </a:xfrm>
          <a:prstGeom prst="rect">
            <a:avLst/>
          </a:prstGeom>
          <a:noFill/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D</a:t>
            </a:r>
          </a:p>
        </p:txBody>
      </p:sp>
      <p:sp>
        <p:nvSpPr>
          <p:cNvPr id="1999" name="Rectangle 1998">
            <a:extLst>
              <a:ext uri="{FF2B5EF4-FFF2-40B4-BE49-F238E27FC236}">
                <a16:creationId xmlns:a16="http://schemas.microsoft.com/office/drawing/2014/main" id="{2A030AC0-7531-B3E8-1EDD-CDFA61037370}"/>
              </a:ext>
            </a:extLst>
          </p:cNvPr>
          <p:cNvSpPr/>
          <p:nvPr/>
        </p:nvSpPr>
        <p:spPr>
          <a:xfrm>
            <a:off x="10057172" y="-13355"/>
            <a:ext cx="2441448" cy="310274"/>
          </a:xfrm>
          <a:prstGeom prst="rect">
            <a:avLst/>
          </a:prstGeom>
          <a:noFill/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E</a:t>
            </a:r>
          </a:p>
        </p:txBody>
      </p:sp>
      <p:sp>
        <p:nvSpPr>
          <p:cNvPr id="2000" name="Rectangle 1999">
            <a:extLst>
              <a:ext uri="{FF2B5EF4-FFF2-40B4-BE49-F238E27FC236}">
                <a16:creationId xmlns:a16="http://schemas.microsoft.com/office/drawing/2014/main" id="{E3B68CB5-54EE-7CF4-F5FE-A869AFF13C44}"/>
              </a:ext>
            </a:extLst>
          </p:cNvPr>
          <p:cNvSpPr/>
          <p:nvPr/>
        </p:nvSpPr>
        <p:spPr>
          <a:xfrm rot="16200000">
            <a:off x="-1065587" y="1355747"/>
            <a:ext cx="2441448" cy="310274"/>
          </a:xfrm>
          <a:prstGeom prst="rect">
            <a:avLst/>
          </a:prstGeom>
          <a:noFill/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1</a:t>
            </a:r>
          </a:p>
        </p:txBody>
      </p:sp>
      <p:sp>
        <p:nvSpPr>
          <p:cNvPr id="2001" name="Rectangle 2000">
            <a:extLst>
              <a:ext uri="{FF2B5EF4-FFF2-40B4-BE49-F238E27FC236}">
                <a16:creationId xmlns:a16="http://schemas.microsoft.com/office/drawing/2014/main" id="{0CBB7D2D-0751-AB71-65D2-09C8DC401DA1}"/>
              </a:ext>
            </a:extLst>
          </p:cNvPr>
          <p:cNvSpPr/>
          <p:nvPr/>
        </p:nvSpPr>
        <p:spPr>
          <a:xfrm rot="16200000">
            <a:off x="-1065586" y="3797195"/>
            <a:ext cx="2441448" cy="310274"/>
          </a:xfrm>
          <a:prstGeom prst="rect">
            <a:avLst/>
          </a:prstGeom>
          <a:noFill/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2</a:t>
            </a:r>
          </a:p>
        </p:txBody>
      </p:sp>
      <p:sp>
        <p:nvSpPr>
          <p:cNvPr id="2002" name="Rectangle 2001">
            <a:extLst>
              <a:ext uri="{FF2B5EF4-FFF2-40B4-BE49-F238E27FC236}">
                <a16:creationId xmlns:a16="http://schemas.microsoft.com/office/drawing/2014/main" id="{453DF0DE-D3EF-9E3B-CE20-7D9AD0F2E022}"/>
              </a:ext>
            </a:extLst>
          </p:cNvPr>
          <p:cNvSpPr/>
          <p:nvPr/>
        </p:nvSpPr>
        <p:spPr>
          <a:xfrm rot="16200000">
            <a:off x="-1065586" y="6238643"/>
            <a:ext cx="2441448" cy="310274"/>
          </a:xfrm>
          <a:prstGeom prst="rect">
            <a:avLst/>
          </a:prstGeom>
          <a:noFill/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000" dirty="0">
                <a:solidFill>
                  <a:schemeClr val="tx2">
                    <a:lumMod val="25000"/>
                    <a:lumOff val="75000"/>
                  </a:schemeClr>
                </a:solidFill>
              </a:rPr>
              <a:t>3</a:t>
            </a:r>
          </a:p>
        </p:txBody>
      </p:sp>
      <p:grpSp>
        <p:nvGrpSpPr>
          <p:cNvPr id="2191" name="Group 2190">
            <a:extLst>
              <a:ext uri="{FF2B5EF4-FFF2-40B4-BE49-F238E27FC236}">
                <a16:creationId xmlns:a16="http://schemas.microsoft.com/office/drawing/2014/main" id="{60B8676E-E2A6-B441-952D-DAB6FBCDF194}"/>
              </a:ext>
            </a:extLst>
          </p:cNvPr>
          <p:cNvGrpSpPr/>
          <p:nvPr/>
        </p:nvGrpSpPr>
        <p:grpSpPr>
          <a:xfrm>
            <a:off x="310275" y="290160"/>
            <a:ext cx="11974164" cy="6567840"/>
            <a:chOff x="310275" y="290160"/>
            <a:chExt cx="11974164" cy="6567840"/>
          </a:xfrm>
        </p:grpSpPr>
        <p:cxnSp>
          <p:nvCxnSpPr>
            <p:cNvPr id="2010" name="Straight Connector 2009">
              <a:extLst>
                <a:ext uri="{FF2B5EF4-FFF2-40B4-BE49-F238E27FC236}">
                  <a16:creationId xmlns:a16="http://schemas.microsoft.com/office/drawing/2014/main" id="{2D971870-D23B-7064-5943-13F99AF2041A}"/>
                </a:ext>
              </a:extLst>
            </p:cNvPr>
            <p:cNvCxnSpPr/>
            <p:nvPr/>
          </p:nvCxnSpPr>
          <p:spPr>
            <a:xfrm>
              <a:off x="2745004" y="290160"/>
              <a:ext cx="0" cy="6567840"/>
            </a:xfrm>
            <a:prstGeom prst="line">
              <a:avLst/>
            </a:prstGeom>
            <a:ln w="9525">
              <a:solidFill>
                <a:srgbClr val="1E548A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1" name="Straight Connector 2010">
              <a:extLst>
                <a:ext uri="{FF2B5EF4-FFF2-40B4-BE49-F238E27FC236}">
                  <a16:creationId xmlns:a16="http://schemas.microsoft.com/office/drawing/2014/main" id="{08F59337-CFE0-4915-D7C1-7AF6E36722CB}"/>
                </a:ext>
              </a:extLst>
            </p:cNvPr>
            <p:cNvCxnSpPr/>
            <p:nvPr/>
          </p:nvCxnSpPr>
          <p:spPr>
            <a:xfrm>
              <a:off x="5182641" y="290160"/>
              <a:ext cx="0" cy="6567840"/>
            </a:xfrm>
            <a:prstGeom prst="line">
              <a:avLst/>
            </a:prstGeom>
            <a:ln w="9525">
              <a:solidFill>
                <a:srgbClr val="1E548A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2" name="Straight Connector 2011">
              <a:extLst>
                <a:ext uri="{FF2B5EF4-FFF2-40B4-BE49-F238E27FC236}">
                  <a16:creationId xmlns:a16="http://schemas.microsoft.com/office/drawing/2014/main" id="{EF515D4E-D60C-5A2D-6C51-83CE5E76996D}"/>
                </a:ext>
              </a:extLst>
            </p:cNvPr>
            <p:cNvCxnSpPr/>
            <p:nvPr/>
          </p:nvCxnSpPr>
          <p:spPr>
            <a:xfrm>
              <a:off x="7619623" y="290160"/>
              <a:ext cx="0" cy="6567840"/>
            </a:xfrm>
            <a:prstGeom prst="line">
              <a:avLst/>
            </a:prstGeom>
            <a:ln w="9525">
              <a:solidFill>
                <a:srgbClr val="1E548A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Straight Connector 2012">
              <a:extLst>
                <a:ext uri="{FF2B5EF4-FFF2-40B4-BE49-F238E27FC236}">
                  <a16:creationId xmlns:a16="http://schemas.microsoft.com/office/drawing/2014/main" id="{21E2FD25-086C-E7E0-85D8-897D5744EA68}"/>
                </a:ext>
              </a:extLst>
            </p:cNvPr>
            <p:cNvCxnSpPr/>
            <p:nvPr/>
          </p:nvCxnSpPr>
          <p:spPr>
            <a:xfrm>
              <a:off x="10055352" y="290160"/>
              <a:ext cx="0" cy="6567840"/>
            </a:xfrm>
            <a:prstGeom prst="line">
              <a:avLst/>
            </a:prstGeom>
            <a:ln w="9525">
              <a:solidFill>
                <a:srgbClr val="1E548A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4" name="Straight Connector 2013">
              <a:extLst>
                <a:ext uri="{FF2B5EF4-FFF2-40B4-BE49-F238E27FC236}">
                  <a16:creationId xmlns:a16="http://schemas.microsoft.com/office/drawing/2014/main" id="{E111DFC2-9DE3-7204-3236-6831B6A010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275" y="2742501"/>
              <a:ext cx="11974164" cy="0"/>
            </a:xfrm>
            <a:prstGeom prst="line">
              <a:avLst/>
            </a:prstGeom>
            <a:ln w="9525">
              <a:solidFill>
                <a:srgbClr val="1E548A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2019">
              <a:extLst>
                <a:ext uri="{FF2B5EF4-FFF2-40B4-BE49-F238E27FC236}">
                  <a16:creationId xmlns:a16="http://schemas.microsoft.com/office/drawing/2014/main" id="{1579300C-9CE8-D769-07AB-59BA5DFABE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0275" y="5173056"/>
              <a:ext cx="11974164" cy="0"/>
            </a:xfrm>
            <a:prstGeom prst="line">
              <a:avLst/>
            </a:prstGeom>
            <a:ln w="9525">
              <a:solidFill>
                <a:srgbClr val="1E548A"/>
              </a:solidFill>
              <a:prstDash val="lg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DD7A67A-A9BC-569F-90D3-5100E856CFCB}"/>
              </a:ext>
            </a:extLst>
          </p:cNvPr>
          <p:cNvSpPr txBox="1"/>
          <p:nvPr/>
        </p:nvSpPr>
        <p:spPr>
          <a:xfrm>
            <a:off x="2939522" y="1146695"/>
            <a:ext cx="799447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       _____                      _____                     _____                     _____         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      ╱╲    ╲                    ╱╲    ╲                   ╱╲    ╲                   ╱╲    ╲         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     ╱┊┊╲    ╲                  ╱┊┊╲    ╲                 ╱┊┊╲____╲                 ╱┊┊╲____╲        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     ╲┊┊┊╲    ╲                 ╲┊┊┊╲    ╲               ╱┊┊┊╱    ╱                ╱┊┊┊╱    ╱        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   ___╲┊┊┊╲    ╲              ___╲┊┊┊╲    ╲             ╱┊┊┊╱   _╱___             ╱┊┊┊╱    ╱         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  ╱╲   ╲┊┊┊╲    ╲            ╱╲   ╲┊┊┊╲    ╲           ╱┊┊┊╱   ╱╲    ╲           ╱┊┊┊╱    ╱          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 ╱┊┊╲___╲┊┊┊╲    ╲          ╱┊┊╲   ╲┊┊┊╲    ╲         ╱┊┊┊╱   ╱┊┊╲    ╲         ╱┊┊┊╱___ ╱          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╱┊┊┊╱   ╱┊┊┊┊╲    ╲        ╱┊┊┊┊╲   ╲┊┊┊╲    ╲       ╱┊┊┊╱    ╲┊┊┊╲    ╲       ╱┊┊┊┊╲    ╲   _____    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╱┊┊┊╱   ╱┊┊┊┊┊┊╲    ╲      ╱┊┊┊┊┊┊╲   ╲┊┊┊╲    ╲     ╱┊┊┊╱    ╱ ╲┊┊┊╲    ╲     ╱┊┊┊┊┊┊╲    ╲ ╱╲    ╲ 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╱┊┊┊╱   ╱┊┊┊╱╲┊┊┊╲    ╲    ╱┊┊┊╱╲┊┊┊╲   ╲┊┊┊╲____╲   ╱┊┊┊╱    ╱   ╲┊┊┊╲____╲   ╱┊┊┊╱╲┊┊┊╲____╱┊┊╲____╲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╱┊┊┊╱   ╱┊┊┊╱  ╲┊┊┊╲____╲  ╱┊┊┊╱__╲┊┊┊╲   ╲┊┊╱    ╱  ╱┊┊┊╱____╱    ╱┊┊┊╱    ╱  ╱┊┊┊╱  ╲┊┊╱   ╱┊┊┊╱    ╱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╲┊┊╱   ╱┊┊┊╱    ╲┊┊╱    ╱  ╲┊┊┊╲   ╲┊┊┊╲   ╲╱____╱   ╲┊┊┊╲    ╲    ╲┊┊╱    ╱   ╲┊┊╱    ╲╱___╱┊┊┊╱    ╱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╲╱___╱┊┊┊╱   ___╲╱____╱    ╲┊┊┊╲   ╲┊┊┊╲    ╲        ╲┊┊┊╲    ╲    ╲╱____╱     ╲╱____╱    ╱┊┊┊╱    ╱ 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  ╱┊┊┊╱   ╱╲    ╲         ╲┊┊┊╲   ╲┊┊┊╲____╲        ╲┊┊┊╲    ╲____                     ╱┊┊┊╱    ╱  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 ╱┊┊┊╱   ╱┊┊╲____╲         ╲┊┊┊╲   ╲┊┊╱    ╱         ╲┊┊┊╲  ╱╲    ╲                   ╱┊┊┊╱    ╱   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 ╲┊┊╱   ╱┊┊┊╱    ╱          ╲┊┊┊╲   ╲╱____╱           ╲┊┊┊╲╱┊┊╲____╲                 ╱┊┊┊╱    ╱    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  ╲╱___╱┊┊┊╱    ╱            ╲┊┊┊╲    ╲                ╲┊┊┊┊┊┊╱    ╱                ╱┊┊┊╱    ╱     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      ╱┊┊┊╱    ╱              ╲┊┊┊╲____╲                ╲┊┊┊┊╱    ╱                ╱┊┊┊╱    ╱       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     ╱┊┊┊╱    ╱                ╲┊┊╱    ╱                 ╲┊┊╱    ╱                 ╲┊┊╱    ╱        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     ╲┊┊╱    ╱                  ╲╱____╱                   ╲╱____╱                   ╲╱____╱</a:t>
            </a:r>
          </a:p>
          <a:p>
            <a:r>
              <a:rPr lang="en-US" sz="1200" spc="-80" dirty="0">
                <a:solidFill>
                  <a:schemeClr val="bg1"/>
                </a:solidFill>
                <a:latin typeface="Consolas" panose="020B0609020204030204" pitchFamily="49" charset="0"/>
                <a:ea typeface="Fira Code" panose="020B0509050000020004" pitchFamily="49" charset="0"/>
              </a:rPr>
              <a:t>         ╲╱____╱</a:t>
            </a:r>
          </a:p>
        </p:txBody>
      </p:sp>
      <p:grpSp>
        <p:nvGrpSpPr>
          <p:cNvPr id="2140" name="Group 2139">
            <a:extLst>
              <a:ext uri="{FF2B5EF4-FFF2-40B4-BE49-F238E27FC236}">
                <a16:creationId xmlns:a16="http://schemas.microsoft.com/office/drawing/2014/main" id="{EFCE52E5-0038-67DD-C6A5-72469B1FE04B}"/>
              </a:ext>
            </a:extLst>
          </p:cNvPr>
          <p:cNvGrpSpPr/>
          <p:nvPr/>
        </p:nvGrpSpPr>
        <p:grpSpPr>
          <a:xfrm>
            <a:off x="1809322" y="3413754"/>
            <a:ext cx="2971651" cy="2584751"/>
            <a:chOff x="1213727" y="3710900"/>
            <a:chExt cx="2971651" cy="2584751"/>
          </a:xfrm>
        </p:grpSpPr>
        <p:cxnSp>
          <p:nvCxnSpPr>
            <p:cNvPr id="2022" name="Straight Connector 2021">
              <a:extLst>
                <a:ext uri="{FF2B5EF4-FFF2-40B4-BE49-F238E27FC236}">
                  <a16:creationId xmlns:a16="http://schemas.microsoft.com/office/drawing/2014/main" id="{A96CB1FC-BA35-82AA-1EDF-BE8A42AE26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24255" y="3710900"/>
              <a:ext cx="161195" cy="396688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4" name="Straight Connector 2023">
              <a:extLst>
                <a:ext uri="{FF2B5EF4-FFF2-40B4-BE49-F238E27FC236}">
                  <a16:creationId xmlns:a16="http://schemas.microsoft.com/office/drawing/2014/main" id="{8476A41D-E5D4-D2B3-96D9-F763F690816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06667" y="5594055"/>
              <a:ext cx="164445" cy="404686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5" name="Straight Connector 2024">
              <a:extLst>
                <a:ext uri="{FF2B5EF4-FFF2-40B4-BE49-F238E27FC236}">
                  <a16:creationId xmlns:a16="http://schemas.microsoft.com/office/drawing/2014/main" id="{218DBF8A-D64E-1BD6-CB4B-7BA2705F04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24255" y="4107588"/>
              <a:ext cx="789532" cy="1889508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8" name="Straight Connector 2027">
              <a:extLst>
                <a:ext uri="{FF2B5EF4-FFF2-40B4-BE49-F238E27FC236}">
                  <a16:creationId xmlns:a16="http://schemas.microsoft.com/office/drawing/2014/main" id="{0D49892A-47D0-05E8-98F7-D31A20CD45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4497" y="5993286"/>
              <a:ext cx="362666" cy="0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1" name="Straight Connector 2030">
              <a:extLst>
                <a:ext uri="{FF2B5EF4-FFF2-40B4-BE49-F238E27FC236}">
                  <a16:creationId xmlns:a16="http://schemas.microsoft.com/office/drawing/2014/main" id="{366243D1-102E-4507-3B3D-950E58DCB8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77163" y="5591534"/>
              <a:ext cx="164801" cy="405562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5" name="Straight Connector 2034">
              <a:extLst>
                <a:ext uri="{FF2B5EF4-FFF2-40B4-BE49-F238E27FC236}">
                  <a16:creationId xmlns:a16="http://schemas.microsoft.com/office/drawing/2014/main" id="{36E937F1-6E8C-5EA4-84E7-AFE04635E9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0698" y="5075986"/>
              <a:ext cx="363216" cy="893845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9" name="Straight Connector 2038">
              <a:extLst>
                <a:ext uri="{FF2B5EF4-FFF2-40B4-BE49-F238E27FC236}">
                  <a16:creationId xmlns:a16="http://schemas.microsoft.com/office/drawing/2014/main" id="{83336AC7-6227-E46C-5434-6C0CDAB754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13727" y="5969831"/>
              <a:ext cx="936971" cy="0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1" name="Straight Connector 2040">
              <a:extLst>
                <a:ext uri="{FF2B5EF4-FFF2-40B4-BE49-F238E27FC236}">
                  <a16:creationId xmlns:a16="http://schemas.microsoft.com/office/drawing/2014/main" id="{AE100CD9-2B59-2AA0-C950-7B82AC78E5D0}"/>
                </a:ext>
              </a:extLst>
            </p:cNvPr>
            <p:cNvCxnSpPr>
              <a:cxnSpLocks/>
            </p:cNvCxnSpPr>
            <p:nvPr/>
          </p:nvCxnSpPr>
          <p:spPr>
            <a:xfrm>
              <a:off x="3132824" y="5997096"/>
              <a:ext cx="119462" cy="298555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5" name="Straight Connector 2044">
              <a:extLst>
                <a:ext uri="{FF2B5EF4-FFF2-40B4-BE49-F238E27FC236}">
                  <a16:creationId xmlns:a16="http://schemas.microsoft.com/office/drawing/2014/main" id="{B72BE5CA-3DE7-5E00-157F-5DD0EE9A31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52286" y="6295651"/>
              <a:ext cx="903452" cy="0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57" name="TextBox 2056">
              <a:extLst>
                <a:ext uri="{FF2B5EF4-FFF2-40B4-BE49-F238E27FC236}">
                  <a16:creationId xmlns:a16="http://schemas.microsoft.com/office/drawing/2014/main" id="{01D81852-7122-501C-D78E-E54849B805E0}"/>
                </a:ext>
              </a:extLst>
            </p:cNvPr>
            <p:cNvSpPr txBox="1"/>
            <p:nvPr/>
          </p:nvSpPr>
          <p:spPr>
            <a:xfrm>
              <a:off x="1213727" y="5676125"/>
              <a:ext cx="89722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spc="500" dirty="0">
                  <a:solidFill>
                    <a:schemeClr val="bg1"/>
                  </a:solidFill>
                  <a:latin typeface="Fira Code" panose="020B0509050000020004" pitchFamily="49" charset="0"/>
                  <a:ea typeface="Fira Code" panose="020B0509050000020004" pitchFamily="49" charset="0"/>
                </a:rPr>
                <a:t>code</a:t>
              </a:r>
              <a:endParaRPr lang="en-US" sz="1600" spc="500" dirty="0">
                <a:solidFill>
                  <a:schemeClr val="bg1"/>
                </a:solidFill>
                <a:latin typeface="Fira Code" panose="020B0509050000020004" pitchFamily="49" charset="0"/>
                <a:ea typeface="Fira Code" panose="020B0509050000020004" pitchFamily="49" charset="0"/>
              </a:endParaRPr>
            </a:p>
          </p:txBody>
        </p:sp>
        <p:sp>
          <p:nvSpPr>
            <p:cNvPr id="2058" name="TextBox 2057">
              <a:extLst>
                <a:ext uri="{FF2B5EF4-FFF2-40B4-BE49-F238E27FC236}">
                  <a16:creationId xmlns:a16="http://schemas.microsoft.com/office/drawing/2014/main" id="{3BB7D974-0C18-DD51-1C02-CBCD1374070F}"/>
                </a:ext>
              </a:extLst>
            </p:cNvPr>
            <p:cNvSpPr txBox="1"/>
            <p:nvPr/>
          </p:nvSpPr>
          <p:spPr>
            <a:xfrm>
              <a:off x="3281926" y="6029428"/>
              <a:ext cx="90345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spc="500" dirty="0">
                  <a:solidFill>
                    <a:schemeClr val="bg1"/>
                  </a:solidFill>
                  <a:latin typeface="Fira Code" panose="020B0509050000020004" pitchFamily="49" charset="0"/>
                  <a:ea typeface="Fira Code" panose="020B0509050000020004" pitchFamily="49" charset="0"/>
                </a:rPr>
                <a:t>docs</a:t>
              </a:r>
            </a:p>
          </p:txBody>
        </p:sp>
      </p:grpSp>
      <p:grpSp>
        <p:nvGrpSpPr>
          <p:cNvPr id="2141" name="Group 2140">
            <a:extLst>
              <a:ext uri="{FF2B5EF4-FFF2-40B4-BE49-F238E27FC236}">
                <a16:creationId xmlns:a16="http://schemas.microsoft.com/office/drawing/2014/main" id="{B65F82E7-2317-160E-43AF-C4E17448D9D5}"/>
              </a:ext>
            </a:extLst>
          </p:cNvPr>
          <p:cNvGrpSpPr/>
          <p:nvPr/>
        </p:nvGrpSpPr>
        <p:grpSpPr>
          <a:xfrm>
            <a:off x="5397062" y="474372"/>
            <a:ext cx="2122229" cy="465887"/>
            <a:chOff x="4801467" y="771518"/>
            <a:chExt cx="2122229" cy="465887"/>
          </a:xfrm>
        </p:grpSpPr>
        <p:cxnSp>
          <p:nvCxnSpPr>
            <p:cNvPr id="2060" name="Straight Connector 2059">
              <a:extLst>
                <a:ext uri="{FF2B5EF4-FFF2-40B4-BE49-F238E27FC236}">
                  <a16:creationId xmlns:a16="http://schemas.microsoft.com/office/drawing/2014/main" id="{545B3B5D-3671-2720-AC1B-0F8A7898D0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79350" y="1231437"/>
              <a:ext cx="1544346" cy="0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Straight Connector 2063">
              <a:extLst>
                <a:ext uri="{FF2B5EF4-FFF2-40B4-BE49-F238E27FC236}">
                  <a16:creationId xmlns:a16="http://schemas.microsoft.com/office/drawing/2014/main" id="{737283D1-B75D-3512-98A4-8470BBF6FB76}"/>
                </a:ext>
              </a:extLst>
            </p:cNvPr>
            <p:cNvCxnSpPr>
              <a:cxnSpLocks/>
            </p:cNvCxnSpPr>
            <p:nvPr/>
          </p:nvCxnSpPr>
          <p:spPr>
            <a:xfrm>
              <a:off x="6088138" y="1030863"/>
              <a:ext cx="82644" cy="206542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B6DB1B6B-28F9-DB5A-AE74-923ECAD7CC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03913" y="1018499"/>
              <a:ext cx="1576745" cy="2274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67" name="TextBox 2066">
              <a:extLst>
                <a:ext uri="{FF2B5EF4-FFF2-40B4-BE49-F238E27FC236}">
                  <a16:creationId xmlns:a16="http://schemas.microsoft.com/office/drawing/2014/main" id="{97EEE16D-88B4-81FD-FA2F-FD2241510F3C}"/>
                </a:ext>
              </a:extLst>
            </p:cNvPr>
            <p:cNvSpPr txBox="1"/>
            <p:nvPr/>
          </p:nvSpPr>
          <p:spPr>
            <a:xfrm>
              <a:off x="4801467" y="771518"/>
              <a:ext cx="159077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spc="500" dirty="0">
                  <a:solidFill>
                    <a:schemeClr val="bg1"/>
                  </a:solidFill>
                  <a:latin typeface="Fira Code" panose="020B0509050000020004" pitchFamily="49" charset="0"/>
                  <a:ea typeface="Fira Code" panose="020B0509050000020004" pitchFamily="49" charset="0"/>
                </a:rPr>
                <a:t>community</a:t>
              </a:r>
            </a:p>
          </p:txBody>
        </p:sp>
      </p:grpSp>
      <p:sp>
        <p:nvSpPr>
          <p:cNvPr id="2086" name="Rectangle 2085">
            <a:extLst>
              <a:ext uri="{FF2B5EF4-FFF2-40B4-BE49-F238E27FC236}">
                <a16:creationId xmlns:a16="http://schemas.microsoft.com/office/drawing/2014/main" id="{64634CB5-40D7-DB53-79FE-9F89F2F16F21}"/>
              </a:ext>
            </a:extLst>
          </p:cNvPr>
          <p:cNvSpPr/>
          <p:nvPr/>
        </p:nvSpPr>
        <p:spPr>
          <a:xfrm>
            <a:off x="5039111" y="5444789"/>
            <a:ext cx="7007113" cy="1193578"/>
          </a:xfrm>
          <a:prstGeom prst="rect">
            <a:avLst/>
          </a:prstGeom>
          <a:noFill/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cxnSp>
        <p:nvCxnSpPr>
          <p:cNvPr id="2112" name="Straight Connector 2111">
            <a:extLst>
              <a:ext uri="{FF2B5EF4-FFF2-40B4-BE49-F238E27FC236}">
                <a16:creationId xmlns:a16="http://schemas.microsoft.com/office/drawing/2014/main" id="{7959D05C-A7E3-14A6-264C-2F705095CCE6}"/>
              </a:ext>
            </a:extLst>
          </p:cNvPr>
          <p:cNvCxnSpPr>
            <a:cxnSpLocks/>
          </p:cNvCxnSpPr>
          <p:nvPr/>
        </p:nvCxnSpPr>
        <p:spPr>
          <a:xfrm>
            <a:off x="5039108" y="5688489"/>
            <a:ext cx="7007116" cy="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3" name="Straight Connector 2112">
            <a:extLst>
              <a:ext uri="{FF2B5EF4-FFF2-40B4-BE49-F238E27FC236}">
                <a16:creationId xmlns:a16="http://schemas.microsoft.com/office/drawing/2014/main" id="{580306E1-41BC-8E6A-7411-CB465FBE9BBB}"/>
              </a:ext>
            </a:extLst>
          </p:cNvPr>
          <p:cNvCxnSpPr>
            <a:cxnSpLocks/>
          </p:cNvCxnSpPr>
          <p:nvPr/>
        </p:nvCxnSpPr>
        <p:spPr>
          <a:xfrm>
            <a:off x="5037436" y="5925503"/>
            <a:ext cx="4707944" cy="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4" name="Straight Connector 2113">
            <a:extLst>
              <a:ext uri="{FF2B5EF4-FFF2-40B4-BE49-F238E27FC236}">
                <a16:creationId xmlns:a16="http://schemas.microsoft.com/office/drawing/2014/main" id="{CA1815E4-CE26-A1DF-E536-3F2E97D2B6AD}"/>
              </a:ext>
            </a:extLst>
          </p:cNvPr>
          <p:cNvCxnSpPr>
            <a:cxnSpLocks/>
          </p:cNvCxnSpPr>
          <p:nvPr/>
        </p:nvCxnSpPr>
        <p:spPr>
          <a:xfrm>
            <a:off x="5037436" y="6162517"/>
            <a:ext cx="4707944" cy="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5" name="Straight Connector 2114">
            <a:extLst>
              <a:ext uri="{FF2B5EF4-FFF2-40B4-BE49-F238E27FC236}">
                <a16:creationId xmlns:a16="http://schemas.microsoft.com/office/drawing/2014/main" id="{6D5EAC01-FE70-2659-4CAA-B3C11835BB7A}"/>
              </a:ext>
            </a:extLst>
          </p:cNvPr>
          <p:cNvCxnSpPr>
            <a:cxnSpLocks/>
          </p:cNvCxnSpPr>
          <p:nvPr/>
        </p:nvCxnSpPr>
        <p:spPr>
          <a:xfrm>
            <a:off x="5037436" y="6399531"/>
            <a:ext cx="4707944" cy="0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6" name="Straight Connector 2115">
            <a:extLst>
              <a:ext uri="{FF2B5EF4-FFF2-40B4-BE49-F238E27FC236}">
                <a16:creationId xmlns:a16="http://schemas.microsoft.com/office/drawing/2014/main" id="{B1B06FEA-D9CE-59E3-3D90-4E2F053A5EBF}"/>
              </a:ext>
            </a:extLst>
          </p:cNvPr>
          <p:cNvCxnSpPr>
            <a:cxnSpLocks/>
          </p:cNvCxnSpPr>
          <p:nvPr/>
        </p:nvCxnSpPr>
        <p:spPr>
          <a:xfrm flipV="1">
            <a:off x="9745380" y="5688489"/>
            <a:ext cx="0" cy="949878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2" name="Straight Connector 2121">
            <a:extLst>
              <a:ext uri="{FF2B5EF4-FFF2-40B4-BE49-F238E27FC236}">
                <a16:creationId xmlns:a16="http://schemas.microsoft.com/office/drawing/2014/main" id="{9327E7CD-3165-3252-9FDD-8C84E8B0172E}"/>
              </a:ext>
            </a:extLst>
          </p:cNvPr>
          <p:cNvCxnSpPr>
            <a:cxnSpLocks/>
          </p:cNvCxnSpPr>
          <p:nvPr/>
        </p:nvCxnSpPr>
        <p:spPr>
          <a:xfrm flipV="1">
            <a:off x="7323649" y="5686666"/>
            <a:ext cx="0" cy="949878"/>
          </a:xfrm>
          <a:prstGeom prst="line">
            <a:avLst/>
          </a:prstGeom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4" name="TextBox 2123">
            <a:extLst>
              <a:ext uri="{FF2B5EF4-FFF2-40B4-BE49-F238E27FC236}">
                <a16:creationId xmlns:a16="http://schemas.microsoft.com/office/drawing/2014/main" id="{37E4FD32-EA04-1C3E-6638-ECA6E8F64B60}"/>
              </a:ext>
            </a:extLst>
          </p:cNvPr>
          <p:cNvSpPr txBox="1"/>
          <p:nvPr/>
        </p:nvSpPr>
        <p:spPr>
          <a:xfrm>
            <a:off x="5045092" y="5694209"/>
            <a:ext cx="21395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spc="3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Latest Version</a:t>
            </a:r>
            <a:endParaRPr lang="en-US" sz="1100" spc="300" dirty="0">
              <a:solidFill>
                <a:schemeClr val="tx2">
                  <a:lumMod val="25000"/>
                  <a:lumOff val="75000"/>
                </a:schemeClr>
              </a:solidFill>
              <a:latin typeface="Fira Code" panose="020B0509050000020004" pitchFamily="49" charset="0"/>
              <a:ea typeface="Fira Code" panose="020B0509050000020004" pitchFamily="49" charset="0"/>
            </a:endParaRPr>
          </a:p>
        </p:txBody>
      </p:sp>
      <p:sp>
        <p:nvSpPr>
          <p:cNvPr id="2125" name="TextBox 2124">
            <a:extLst>
              <a:ext uri="{FF2B5EF4-FFF2-40B4-BE49-F238E27FC236}">
                <a16:creationId xmlns:a16="http://schemas.microsoft.com/office/drawing/2014/main" id="{43D711E6-B6F7-03B0-A98B-4CC17A3215A6}"/>
              </a:ext>
            </a:extLst>
          </p:cNvPr>
          <p:cNvSpPr txBox="1"/>
          <p:nvPr/>
        </p:nvSpPr>
        <p:spPr>
          <a:xfrm>
            <a:off x="5045092" y="5451222"/>
            <a:ext cx="620433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spc="3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Mech Programming Language – Beta</a:t>
            </a:r>
            <a:endParaRPr lang="en-US" sz="1100" spc="300" dirty="0">
              <a:solidFill>
                <a:schemeClr val="tx2">
                  <a:lumMod val="25000"/>
                  <a:lumOff val="75000"/>
                </a:schemeClr>
              </a:solidFill>
              <a:latin typeface="Fira Code" panose="020B0509050000020004" pitchFamily="49" charset="0"/>
              <a:ea typeface="Fira Code" panose="020B0509050000020004" pitchFamily="49" charset="0"/>
            </a:endParaRPr>
          </a:p>
        </p:txBody>
      </p:sp>
      <p:sp>
        <p:nvSpPr>
          <p:cNvPr id="2129" name="TextBox 2128">
            <a:extLst>
              <a:ext uri="{FF2B5EF4-FFF2-40B4-BE49-F238E27FC236}">
                <a16:creationId xmlns:a16="http://schemas.microsoft.com/office/drawing/2014/main" id="{0C31685C-4555-30B5-6427-56E70D648B13}"/>
              </a:ext>
            </a:extLst>
          </p:cNvPr>
          <p:cNvSpPr txBox="1"/>
          <p:nvPr/>
        </p:nvSpPr>
        <p:spPr>
          <a:xfrm>
            <a:off x="5051472" y="5931222"/>
            <a:ext cx="21395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spc="3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Date</a:t>
            </a:r>
            <a:endParaRPr lang="en-US" sz="1100" spc="300" dirty="0">
              <a:solidFill>
                <a:schemeClr val="tx2">
                  <a:lumMod val="25000"/>
                  <a:lumOff val="75000"/>
                </a:schemeClr>
              </a:solidFill>
              <a:latin typeface="Fira Code" panose="020B0509050000020004" pitchFamily="49" charset="0"/>
              <a:ea typeface="Fira Code" panose="020B0509050000020004" pitchFamily="49" charset="0"/>
            </a:endParaRPr>
          </a:p>
        </p:txBody>
      </p:sp>
      <p:sp>
        <p:nvSpPr>
          <p:cNvPr id="2130" name="TextBox 2129">
            <a:extLst>
              <a:ext uri="{FF2B5EF4-FFF2-40B4-BE49-F238E27FC236}">
                <a16:creationId xmlns:a16="http://schemas.microsoft.com/office/drawing/2014/main" id="{BA44B192-F7E8-5F0C-F149-BBFC0A9B64F9}"/>
              </a:ext>
            </a:extLst>
          </p:cNvPr>
          <p:cNvSpPr txBox="1"/>
          <p:nvPr/>
        </p:nvSpPr>
        <p:spPr>
          <a:xfrm>
            <a:off x="7332470" y="5688487"/>
            <a:ext cx="24064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spc="1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v0.2.64-beta</a:t>
            </a:r>
            <a:endParaRPr lang="en-US" sz="1100" spc="100" dirty="0">
              <a:solidFill>
                <a:schemeClr val="tx2">
                  <a:lumMod val="25000"/>
                  <a:lumOff val="75000"/>
                </a:schemeClr>
              </a:solidFill>
              <a:latin typeface="Fira Code" panose="020B0509050000020004" pitchFamily="49" charset="0"/>
              <a:ea typeface="Fira Code" panose="020B0509050000020004" pitchFamily="49" charset="0"/>
            </a:endParaRPr>
          </a:p>
        </p:txBody>
      </p:sp>
      <p:sp>
        <p:nvSpPr>
          <p:cNvPr id="2131" name="TextBox 2130">
            <a:extLst>
              <a:ext uri="{FF2B5EF4-FFF2-40B4-BE49-F238E27FC236}">
                <a16:creationId xmlns:a16="http://schemas.microsoft.com/office/drawing/2014/main" id="{3DF06BB1-DB84-2059-1F32-78311C1EBEC9}"/>
              </a:ext>
            </a:extLst>
          </p:cNvPr>
          <p:cNvSpPr txBox="1"/>
          <p:nvPr/>
        </p:nvSpPr>
        <p:spPr>
          <a:xfrm>
            <a:off x="7334065" y="5925277"/>
            <a:ext cx="241508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spc="1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2025-11-07</a:t>
            </a:r>
            <a:endParaRPr lang="en-US" sz="1100" spc="100" dirty="0">
              <a:solidFill>
                <a:schemeClr val="tx2">
                  <a:lumMod val="25000"/>
                  <a:lumOff val="75000"/>
                </a:schemeClr>
              </a:solidFill>
              <a:latin typeface="Fira Code" panose="020B0509050000020004" pitchFamily="49" charset="0"/>
              <a:ea typeface="Fira Code" panose="020B0509050000020004" pitchFamily="49" charset="0"/>
            </a:endParaRPr>
          </a:p>
        </p:txBody>
      </p:sp>
      <p:sp>
        <p:nvSpPr>
          <p:cNvPr id="2136" name="TextBox 2135">
            <a:extLst>
              <a:ext uri="{FF2B5EF4-FFF2-40B4-BE49-F238E27FC236}">
                <a16:creationId xmlns:a16="http://schemas.microsoft.com/office/drawing/2014/main" id="{A3A26A5C-4EF6-7113-F35B-3EF9F2BC822C}"/>
              </a:ext>
            </a:extLst>
          </p:cNvPr>
          <p:cNvSpPr txBox="1"/>
          <p:nvPr/>
        </p:nvSpPr>
        <p:spPr>
          <a:xfrm>
            <a:off x="5044008" y="6169278"/>
            <a:ext cx="21395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spc="3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License</a:t>
            </a:r>
          </a:p>
        </p:txBody>
      </p:sp>
      <p:sp>
        <p:nvSpPr>
          <p:cNvPr id="2139" name="TextBox 2138">
            <a:extLst>
              <a:ext uri="{FF2B5EF4-FFF2-40B4-BE49-F238E27FC236}">
                <a16:creationId xmlns:a16="http://schemas.microsoft.com/office/drawing/2014/main" id="{F8F2043C-B8FC-8773-E530-D6834A402F6D}"/>
              </a:ext>
            </a:extLst>
          </p:cNvPr>
          <p:cNvSpPr txBox="1"/>
          <p:nvPr/>
        </p:nvSpPr>
        <p:spPr>
          <a:xfrm>
            <a:off x="375730" y="383101"/>
            <a:ext cx="3444226" cy="1971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Mech is a programming language and platform for building data-driven and reactive systems 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like robots, games, user interfaces, 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and more. It simplifies composing, 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transforming, and distributing 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data, so you can focus on 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the core complexities </a:t>
            </a: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of your project.</a:t>
            </a:r>
          </a:p>
          <a:p>
            <a:pPr>
              <a:lnSpc>
                <a:spcPct val="150000"/>
              </a:lnSpc>
            </a:pPr>
            <a:endParaRPr lang="en-US" sz="800" dirty="0">
              <a:solidFill>
                <a:schemeClr val="tx2">
                  <a:lumMod val="25000"/>
                  <a:lumOff val="75000"/>
                </a:schemeClr>
              </a:solidFill>
              <a:latin typeface="Fira Code" panose="020B0509050000020004" pitchFamily="49" charset="0"/>
              <a:ea typeface="Fira Code" panose="020B0509050000020004" pitchFamily="49" charset="0"/>
            </a:endParaRPr>
          </a:p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Here’s some code:</a:t>
            </a:r>
            <a:endParaRPr lang="en-US" sz="1050" dirty="0">
              <a:solidFill>
                <a:schemeClr val="tx2">
                  <a:lumMod val="25000"/>
                  <a:lumOff val="75000"/>
                </a:schemeClr>
              </a:solidFill>
              <a:latin typeface="Fira Code" panose="020B0509050000020004" pitchFamily="49" charset="0"/>
              <a:ea typeface="Fira Code" panose="020B0509050000020004" pitchFamily="49" charset="0"/>
            </a:endParaRPr>
          </a:p>
        </p:txBody>
      </p:sp>
      <p:grpSp>
        <p:nvGrpSpPr>
          <p:cNvPr id="2147" name="Group 2146">
            <a:extLst>
              <a:ext uri="{FF2B5EF4-FFF2-40B4-BE49-F238E27FC236}">
                <a16:creationId xmlns:a16="http://schemas.microsoft.com/office/drawing/2014/main" id="{D0438EEA-5FE5-160F-4680-63FD8DAE7CB2}"/>
              </a:ext>
            </a:extLst>
          </p:cNvPr>
          <p:cNvGrpSpPr/>
          <p:nvPr/>
        </p:nvGrpSpPr>
        <p:grpSpPr>
          <a:xfrm>
            <a:off x="9989066" y="5745717"/>
            <a:ext cx="1807057" cy="646331"/>
            <a:chOff x="8969171" y="5824641"/>
            <a:chExt cx="1807057" cy="646331"/>
          </a:xfrm>
        </p:grpSpPr>
        <p:sp>
          <p:nvSpPr>
            <p:cNvPr id="2135" name="TextBox 2134">
              <a:extLst>
                <a:ext uri="{FF2B5EF4-FFF2-40B4-BE49-F238E27FC236}">
                  <a16:creationId xmlns:a16="http://schemas.microsoft.com/office/drawing/2014/main" id="{930F1768-456A-C55F-6F99-552C31B9DEE3}"/>
                </a:ext>
              </a:extLst>
            </p:cNvPr>
            <p:cNvSpPr txBox="1"/>
            <p:nvPr/>
          </p:nvSpPr>
          <p:spPr>
            <a:xfrm>
              <a:off x="8969171" y="5824641"/>
              <a:ext cx="64205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┌─────────┐</a:t>
              </a:r>
            </a:p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└───┐ ┌───┘</a:t>
              </a:r>
            </a:p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┌─┐ │ │ ┌─┐</a:t>
              </a:r>
            </a:p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│ │ │ │ │ │</a:t>
              </a:r>
            </a:p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│ │ └─┘ │ │</a:t>
              </a:r>
            </a:p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└─┘     └─┘</a:t>
              </a:r>
            </a:p>
          </p:txBody>
        </p:sp>
        <p:sp>
          <p:nvSpPr>
            <p:cNvPr id="2144" name="TextBox 2143">
              <a:extLst>
                <a:ext uri="{FF2B5EF4-FFF2-40B4-BE49-F238E27FC236}">
                  <a16:creationId xmlns:a16="http://schemas.microsoft.com/office/drawing/2014/main" id="{EDF014C9-F5D1-430A-AD36-B47B759B6A75}"/>
                </a:ext>
              </a:extLst>
            </p:cNvPr>
            <p:cNvSpPr txBox="1"/>
            <p:nvPr/>
          </p:nvSpPr>
          <p:spPr>
            <a:xfrm>
              <a:off x="9466171" y="5824641"/>
              <a:ext cx="5598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┌──────┐</a:t>
              </a:r>
            </a:p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└──────┘</a:t>
              </a:r>
            </a:p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┌──────┐</a:t>
              </a:r>
            </a:p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│ ┌────┘</a:t>
              </a:r>
            </a:p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│ └────┐</a:t>
              </a:r>
            </a:p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└──────┘</a:t>
              </a:r>
            </a:p>
          </p:txBody>
        </p:sp>
        <p:sp>
          <p:nvSpPr>
            <p:cNvPr id="2145" name="TextBox 2144">
              <a:extLst>
                <a:ext uri="{FF2B5EF4-FFF2-40B4-BE49-F238E27FC236}">
                  <a16:creationId xmlns:a16="http://schemas.microsoft.com/office/drawing/2014/main" id="{60C25980-DB18-3941-F29F-051721A9D9EA}"/>
                </a:ext>
              </a:extLst>
            </p:cNvPr>
            <p:cNvSpPr txBox="1"/>
            <p:nvPr/>
          </p:nvSpPr>
          <p:spPr>
            <a:xfrm>
              <a:off x="9828001" y="5824641"/>
              <a:ext cx="5598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┌─┐ ┌──┐</a:t>
              </a:r>
            </a:p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│ │ └┐ │</a:t>
              </a:r>
            </a:p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│ │  └─┘</a:t>
              </a:r>
            </a:p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│ │  ┌─┐</a:t>
              </a:r>
            </a:p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│ └──┘ │</a:t>
              </a:r>
            </a:p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└──────┘</a:t>
              </a:r>
            </a:p>
          </p:txBody>
        </p:sp>
        <p:sp>
          <p:nvSpPr>
            <p:cNvPr id="2146" name="TextBox 2145">
              <a:extLst>
                <a:ext uri="{FF2B5EF4-FFF2-40B4-BE49-F238E27FC236}">
                  <a16:creationId xmlns:a16="http://schemas.microsoft.com/office/drawing/2014/main" id="{420ECF0F-9834-2C45-1950-78BBEAAF95F9}"/>
                </a:ext>
              </a:extLst>
            </p:cNvPr>
            <p:cNvSpPr txBox="1"/>
            <p:nvPr/>
          </p:nvSpPr>
          <p:spPr>
            <a:xfrm>
              <a:off x="10216334" y="5824641"/>
              <a:ext cx="55989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600" dirty="0">
                  <a:solidFill>
                    <a:schemeClr val="tx2">
                      <a:lumMod val="25000"/>
                      <a:lumOff val="75000"/>
                    </a:schemeClr>
                  </a:solidFill>
                  <a:latin typeface="Consolas" panose="020B0609020204030204" pitchFamily="49" charset="0"/>
                </a:rPr>
                <a:t>┌─┐  ┌─┐ │ │  │ │ │ └─┐│ │ │ ┌─┘│ │ │ │  │ │ └─┘  └─┘</a:t>
              </a:r>
            </a:p>
          </p:txBody>
        </p:sp>
      </p:grpSp>
      <p:grpSp>
        <p:nvGrpSpPr>
          <p:cNvPr id="2190" name="Group 2189">
            <a:extLst>
              <a:ext uri="{FF2B5EF4-FFF2-40B4-BE49-F238E27FC236}">
                <a16:creationId xmlns:a16="http://schemas.microsoft.com/office/drawing/2014/main" id="{839FA457-6D2E-B510-106B-9E60DF1CDF4C}"/>
              </a:ext>
            </a:extLst>
          </p:cNvPr>
          <p:cNvGrpSpPr/>
          <p:nvPr/>
        </p:nvGrpSpPr>
        <p:grpSpPr>
          <a:xfrm>
            <a:off x="10065622" y="468346"/>
            <a:ext cx="1804517" cy="4362361"/>
            <a:chOff x="9963481" y="671709"/>
            <a:chExt cx="1804517" cy="4362361"/>
          </a:xfrm>
        </p:grpSpPr>
        <p:grpSp>
          <p:nvGrpSpPr>
            <p:cNvPr id="2142" name="Group 2141">
              <a:extLst>
                <a:ext uri="{FF2B5EF4-FFF2-40B4-BE49-F238E27FC236}">
                  <a16:creationId xmlns:a16="http://schemas.microsoft.com/office/drawing/2014/main" id="{8766B795-63B0-E15B-F497-8891DFF0D62F}"/>
                </a:ext>
              </a:extLst>
            </p:cNvPr>
            <p:cNvGrpSpPr/>
            <p:nvPr/>
          </p:nvGrpSpPr>
          <p:grpSpPr>
            <a:xfrm>
              <a:off x="9963481" y="3204761"/>
              <a:ext cx="1804517" cy="1829309"/>
              <a:chOff x="9470027" y="3298544"/>
              <a:chExt cx="1804517" cy="1829309"/>
            </a:xfrm>
          </p:grpSpPr>
          <p:cxnSp>
            <p:nvCxnSpPr>
              <p:cNvPr id="2046" name="Straight Connector 2045">
                <a:extLst>
                  <a:ext uri="{FF2B5EF4-FFF2-40B4-BE49-F238E27FC236}">
                    <a16:creationId xmlns:a16="http://schemas.microsoft.com/office/drawing/2014/main" id="{A92C2421-30A2-A429-FFF4-B82659CBFB3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470027" y="5127853"/>
                <a:ext cx="440178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7" name="Straight Connector 2046">
                <a:extLst>
                  <a:ext uri="{FF2B5EF4-FFF2-40B4-BE49-F238E27FC236}">
                    <a16:creationId xmlns:a16="http://schemas.microsoft.com/office/drawing/2014/main" id="{DE2BF8B5-3CD4-78D6-CEFA-6FC79389CB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910205" y="3298544"/>
                <a:ext cx="743343" cy="1829309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9" name="Straight Connector 2048">
                <a:extLst>
                  <a:ext uri="{FF2B5EF4-FFF2-40B4-BE49-F238E27FC236}">
                    <a16:creationId xmlns:a16="http://schemas.microsoft.com/office/drawing/2014/main" id="{EF7692CE-BE1F-7F0F-3B96-C28E7FE21C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223567" y="3298544"/>
                <a:ext cx="440178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2" name="Straight Connector 2051">
                <a:extLst>
                  <a:ext uri="{FF2B5EF4-FFF2-40B4-BE49-F238E27FC236}">
                    <a16:creationId xmlns:a16="http://schemas.microsoft.com/office/drawing/2014/main" id="{A406DA3E-579F-EC10-3982-2924444877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92682" y="4197324"/>
                <a:ext cx="143214" cy="357916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3" name="Straight Connector 2052">
                <a:extLst>
                  <a:ext uri="{FF2B5EF4-FFF2-40B4-BE49-F238E27FC236}">
                    <a16:creationId xmlns:a16="http://schemas.microsoft.com/office/drawing/2014/main" id="{589C63BE-F189-CCEC-4490-878FC84236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433459" y="4566421"/>
                <a:ext cx="824263" cy="0"/>
              </a:xfrm>
              <a:prstGeom prst="line">
                <a:avLst/>
              </a:prstGeom>
              <a:ln w="9525">
                <a:solidFill>
                  <a:schemeClr val="bg1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71" name="TextBox 2070">
                <a:extLst>
                  <a:ext uri="{FF2B5EF4-FFF2-40B4-BE49-F238E27FC236}">
                    <a16:creationId xmlns:a16="http://schemas.microsoft.com/office/drawing/2014/main" id="{9CB3CE57-57C9-1336-B92A-71650CC2497F}"/>
                  </a:ext>
                </a:extLst>
              </p:cNvPr>
              <p:cNvSpPr txBox="1"/>
              <p:nvPr/>
            </p:nvSpPr>
            <p:spPr>
              <a:xfrm>
                <a:off x="10450281" y="4291558"/>
                <a:ext cx="824263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100" spc="500" dirty="0">
                    <a:solidFill>
                      <a:schemeClr val="bg1"/>
                    </a:solidFill>
                    <a:latin typeface="Fira Code" panose="020B0509050000020004" pitchFamily="49" charset="0"/>
                    <a:ea typeface="Fira Code" panose="020B0509050000020004" pitchFamily="49" charset="0"/>
                  </a:rPr>
                  <a:t>try</a:t>
                </a:r>
                <a:endParaRPr lang="en-US" sz="1400" spc="500" dirty="0">
                  <a:solidFill>
                    <a:schemeClr val="bg1"/>
                  </a:solidFill>
                  <a:latin typeface="Fira Code" panose="020B0509050000020004" pitchFamily="49" charset="0"/>
                  <a:ea typeface="Fira Code" panose="020B0509050000020004" pitchFamily="49" charset="0"/>
                </a:endParaRPr>
              </a:p>
            </p:txBody>
          </p:sp>
        </p:grpSp>
        <p:cxnSp>
          <p:nvCxnSpPr>
            <p:cNvPr id="2157" name="Straight Connector 2156">
              <a:extLst>
                <a:ext uri="{FF2B5EF4-FFF2-40B4-BE49-F238E27FC236}">
                  <a16:creationId xmlns:a16="http://schemas.microsoft.com/office/drawing/2014/main" id="{7DAA5FC9-DB9C-5400-F05D-05FB4506CC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469114" y="1558036"/>
              <a:ext cx="688085" cy="1646724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3" name="Straight Connector 2162">
              <a:extLst>
                <a:ext uri="{FF2B5EF4-FFF2-40B4-BE49-F238E27FC236}">
                  <a16:creationId xmlns:a16="http://schemas.microsoft.com/office/drawing/2014/main" id="{670EA593-D89C-8DC2-1B69-58F98D598A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28936" y="1558634"/>
              <a:ext cx="440178" cy="0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8" name="Straight Connector 2167">
              <a:extLst>
                <a:ext uri="{FF2B5EF4-FFF2-40B4-BE49-F238E27FC236}">
                  <a16:creationId xmlns:a16="http://schemas.microsoft.com/office/drawing/2014/main" id="{B58DF988-D3E8-9F67-5255-5507865BAB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32082" y="926885"/>
              <a:ext cx="1215152" cy="0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70" name="TextBox 2169">
              <a:extLst>
                <a:ext uri="{FF2B5EF4-FFF2-40B4-BE49-F238E27FC236}">
                  <a16:creationId xmlns:a16="http://schemas.microsoft.com/office/drawing/2014/main" id="{23178387-F055-29F4-0EBE-2525DF24058A}"/>
                </a:ext>
              </a:extLst>
            </p:cNvPr>
            <p:cNvSpPr txBox="1"/>
            <p:nvPr/>
          </p:nvSpPr>
          <p:spPr>
            <a:xfrm>
              <a:off x="10028936" y="671709"/>
              <a:ext cx="121829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spc="500" dirty="0">
                  <a:solidFill>
                    <a:schemeClr val="bg1"/>
                  </a:solidFill>
                  <a:latin typeface="Fira Code" panose="020B0509050000020004" pitchFamily="49" charset="0"/>
                  <a:ea typeface="Fira Code" panose="020B0509050000020004" pitchFamily="49" charset="0"/>
                </a:rPr>
                <a:t>blog</a:t>
              </a:r>
              <a:endParaRPr lang="en-US" sz="1400" spc="500" dirty="0">
                <a:solidFill>
                  <a:schemeClr val="bg1"/>
                </a:solidFill>
                <a:latin typeface="Fira Code" panose="020B0509050000020004" pitchFamily="49" charset="0"/>
                <a:ea typeface="Fira Code" panose="020B0509050000020004" pitchFamily="49" charset="0"/>
              </a:endParaRPr>
            </a:p>
          </p:txBody>
        </p:sp>
        <p:cxnSp>
          <p:nvCxnSpPr>
            <p:cNvPr id="2184" name="Straight Connector 2183">
              <a:extLst>
                <a:ext uri="{FF2B5EF4-FFF2-40B4-BE49-F238E27FC236}">
                  <a16:creationId xmlns:a16="http://schemas.microsoft.com/office/drawing/2014/main" id="{E458917F-58FE-1E7C-D66C-4602D98E07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776325" y="2255783"/>
              <a:ext cx="440178" cy="0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5" name="Straight Connector 2184">
              <a:extLst>
                <a:ext uri="{FF2B5EF4-FFF2-40B4-BE49-F238E27FC236}">
                  <a16:creationId xmlns:a16="http://schemas.microsoft.com/office/drawing/2014/main" id="{D50AEEC7-EE29-75DC-814B-19C97866A2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57576" y="926884"/>
              <a:ext cx="559403" cy="1338761"/>
            </a:xfrm>
            <a:prstGeom prst="line">
              <a:avLst/>
            </a:prstGeom>
            <a:ln w="9525">
              <a:solidFill>
                <a:schemeClr val="bg1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92" name="TextBox 2191">
            <a:extLst>
              <a:ext uri="{FF2B5EF4-FFF2-40B4-BE49-F238E27FC236}">
                <a16:creationId xmlns:a16="http://schemas.microsoft.com/office/drawing/2014/main" id="{02114223-E83E-927D-4289-B2738F1CD5CA}"/>
              </a:ext>
            </a:extLst>
          </p:cNvPr>
          <p:cNvSpPr txBox="1"/>
          <p:nvPr/>
        </p:nvSpPr>
        <p:spPr>
          <a:xfrm>
            <a:off x="370950" y="2828793"/>
            <a:ext cx="174759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-- Initialize vectors</a:t>
            </a:r>
          </a:p>
          <a:p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x := 1..=10             </a:t>
            </a:r>
          </a:p>
          <a:p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~out&lt;[string]&gt; := x     </a:t>
            </a:r>
          </a:p>
          <a:p>
            <a:endParaRPr lang="en-US" sz="800" dirty="0">
              <a:solidFill>
                <a:schemeClr val="tx2">
                  <a:lumMod val="25000"/>
                  <a:lumOff val="75000"/>
                </a:schemeClr>
              </a:solidFill>
              <a:latin typeface="Fira Code" panose="020B0509050000020004" pitchFamily="49" charset="0"/>
              <a:ea typeface="Fira Code" panose="020B0509050000020004" pitchFamily="49" charset="0"/>
            </a:endParaRPr>
          </a:p>
          <a:p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-- Compute indices</a:t>
            </a:r>
          </a:p>
          <a:p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ix2 := (x % 2) == 0     </a:t>
            </a:r>
          </a:p>
          <a:p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ix3 := (x % 3) == 0     </a:t>
            </a:r>
          </a:p>
          <a:p>
            <a:endParaRPr lang="en-US" sz="800" dirty="0">
              <a:solidFill>
                <a:schemeClr val="tx2">
                  <a:lumMod val="25000"/>
                  <a:lumOff val="75000"/>
                </a:schemeClr>
              </a:solidFill>
              <a:latin typeface="Fira Code" panose="020B0509050000020004" pitchFamily="49" charset="0"/>
              <a:ea typeface="Fira Code" panose="020B0509050000020004" pitchFamily="49" charset="0"/>
            </a:endParaRPr>
          </a:p>
          <a:p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-- Replace text</a:t>
            </a:r>
          </a:p>
          <a:p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out[ix2] = "✨"          </a:t>
            </a:r>
          </a:p>
          <a:p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out[ix3] = "🐝"          </a:t>
            </a:r>
          </a:p>
          <a:p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out[ix2 &amp;&amp; ix3] = "✨🐝" </a:t>
            </a:r>
          </a:p>
        </p:txBody>
      </p:sp>
      <p:sp>
        <p:nvSpPr>
          <p:cNvPr id="2195" name="TextBox 2194">
            <a:extLst>
              <a:ext uri="{FF2B5EF4-FFF2-40B4-BE49-F238E27FC236}">
                <a16:creationId xmlns:a16="http://schemas.microsoft.com/office/drawing/2014/main" id="{B3E2C641-F84B-47F3-B70B-3178E31F862E}"/>
              </a:ext>
            </a:extLst>
          </p:cNvPr>
          <p:cNvSpPr txBox="1"/>
          <p:nvPr/>
        </p:nvSpPr>
        <p:spPr>
          <a:xfrm>
            <a:off x="395878" y="6123169"/>
            <a:ext cx="1805816" cy="442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8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You can find more examples in the documentation.</a:t>
            </a:r>
            <a:endParaRPr lang="en-US" sz="1050" dirty="0">
              <a:solidFill>
                <a:schemeClr val="tx2">
                  <a:lumMod val="25000"/>
                  <a:lumOff val="75000"/>
                </a:schemeClr>
              </a:solidFill>
              <a:latin typeface="Fira Code" panose="020B0509050000020004" pitchFamily="49" charset="0"/>
              <a:ea typeface="Fira Code" panose="020B0509050000020004" pitchFamily="49" charset="0"/>
            </a:endParaRPr>
          </a:p>
        </p:txBody>
      </p:sp>
      <p:sp>
        <p:nvSpPr>
          <p:cNvPr id="2199" name="TextBox 2198">
            <a:extLst>
              <a:ext uri="{FF2B5EF4-FFF2-40B4-BE49-F238E27FC236}">
                <a16:creationId xmlns:a16="http://schemas.microsoft.com/office/drawing/2014/main" id="{8E231F16-4910-1311-CCF4-7A53BEE7AE56}"/>
              </a:ext>
            </a:extLst>
          </p:cNvPr>
          <p:cNvSpPr txBox="1"/>
          <p:nvPr/>
        </p:nvSpPr>
        <p:spPr>
          <a:xfrm>
            <a:off x="334045" y="4459902"/>
            <a:ext cx="252954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[string]:1,10</a:t>
            </a:r>
          </a:p>
          <a:p>
            <a:r>
              <a:rPr lang="en-US" sz="9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┏                                                    </a:t>
            </a:r>
          </a:p>
          <a:p>
            <a:r>
              <a:rPr lang="en-US" sz="9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┃ "1“ "✨“ "🐝“ "✨“ "5“ "✨</a:t>
            </a:r>
          </a:p>
          <a:p>
            <a:r>
              <a:rPr lang="en-US" sz="9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┗                                                   </a:t>
            </a:r>
          </a:p>
        </p:txBody>
      </p:sp>
      <p:grpSp>
        <p:nvGrpSpPr>
          <p:cNvPr id="2205" name="Group 2204">
            <a:extLst>
              <a:ext uri="{FF2B5EF4-FFF2-40B4-BE49-F238E27FC236}">
                <a16:creationId xmlns:a16="http://schemas.microsoft.com/office/drawing/2014/main" id="{4EBE5035-5FB7-9E58-7A55-DFDF849F1C92}"/>
              </a:ext>
            </a:extLst>
          </p:cNvPr>
          <p:cNvGrpSpPr/>
          <p:nvPr/>
        </p:nvGrpSpPr>
        <p:grpSpPr>
          <a:xfrm>
            <a:off x="68882" y="56597"/>
            <a:ext cx="168853" cy="167422"/>
            <a:chOff x="507923" y="40765"/>
            <a:chExt cx="1474922" cy="1462420"/>
          </a:xfrm>
          <a:solidFill>
            <a:schemeClr val="tx2">
              <a:lumMod val="50000"/>
              <a:lumOff val="50000"/>
            </a:schemeClr>
          </a:solidFill>
        </p:grpSpPr>
        <p:grpSp>
          <p:nvGrpSpPr>
            <p:cNvPr id="2200" name="Group 2199">
              <a:extLst>
                <a:ext uri="{FF2B5EF4-FFF2-40B4-BE49-F238E27FC236}">
                  <a16:creationId xmlns:a16="http://schemas.microsoft.com/office/drawing/2014/main" id="{4047BCCB-B669-58EE-6C8F-89084BEB926E}"/>
                </a:ext>
              </a:extLst>
            </p:cNvPr>
            <p:cNvGrpSpPr/>
            <p:nvPr/>
          </p:nvGrpSpPr>
          <p:grpSpPr>
            <a:xfrm>
              <a:off x="507925" y="40765"/>
              <a:ext cx="1474920" cy="1188456"/>
              <a:chOff x="3347835" y="2040029"/>
              <a:chExt cx="1474920" cy="1188456"/>
            </a:xfrm>
            <a:grpFill/>
          </p:grpSpPr>
          <p:sp>
            <p:nvSpPr>
              <p:cNvPr id="2201" name="Rectangle 2200">
                <a:extLst>
                  <a:ext uri="{FF2B5EF4-FFF2-40B4-BE49-F238E27FC236}">
                    <a16:creationId xmlns:a16="http://schemas.microsoft.com/office/drawing/2014/main" id="{FDD488C4-ECD6-2491-C49B-8ACEB8910708}"/>
                  </a:ext>
                </a:extLst>
              </p:cNvPr>
              <p:cNvSpPr/>
              <p:nvPr/>
            </p:nvSpPr>
            <p:spPr>
              <a:xfrm>
                <a:off x="3347835" y="2040029"/>
                <a:ext cx="1474920" cy="365760"/>
              </a:xfrm>
              <a:prstGeom prst="rect">
                <a:avLst/>
              </a:prstGeom>
              <a:solidFill>
                <a:srgbClr val="3A50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3A506B"/>
                  </a:solidFill>
                </a:endParaRPr>
              </a:p>
            </p:txBody>
          </p:sp>
          <p:sp>
            <p:nvSpPr>
              <p:cNvPr id="2202" name="Rectangle 2201">
                <a:extLst>
                  <a:ext uri="{FF2B5EF4-FFF2-40B4-BE49-F238E27FC236}">
                    <a16:creationId xmlns:a16="http://schemas.microsoft.com/office/drawing/2014/main" id="{7870EAE7-D7C7-ABA2-CCAA-D2022D4D0D5A}"/>
                  </a:ext>
                </a:extLst>
              </p:cNvPr>
              <p:cNvSpPr/>
              <p:nvPr/>
            </p:nvSpPr>
            <p:spPr>
              <a:xfrm rot="5400000">
                <a:off x="3616244" y="2582590"/>
                <a:ext cx="926030" cy="365760"/>
              </a:xfrm>
              <a:prstGeom prst="rect">
                <a:avLst/>
              </a:prstGeom>
              <a:solidFill>
                <a:srgbClr val="3A50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3A506B"/>
                  </a:solidFill>
                </a:endParaRPr>
              </a:p>
            </p:txBody>
          </p:sp>
        </p:grpSp>
        <p:sp>
          <p:nvSpPr>
            <p:cNvPr id="2203" name="Rectangle 2202">
              <a:extLst>
                <a:ext uri="{FF2B5EF4-FFF2-40B4-BE49-F238E27FC236}">
                  <a16:creationId xmlns:a16="http://schemas.microsoft.com/office/drawing/2014/main" id="{502A1120-9502-6460-1EAB-8ABB412F2E24}"/>
                </a:ext>
              </a:extLst>
            </p:cNvPr>
            <p:cNvSpPr/>
            <p:nvPr/>
          </p:nvSpPr>
          <p:spPr>
            <a:xfrm rot="5400000">
              <a:off x="1327524" y="863730"/>
              <a:ext cx="913150" cy="365760"/>
            </a:xfrm>
            <a:prstGeom prst="rect">
              <a:avLst/>
            </a:prstGeom>
            <a:solidFill>
              <a:srgbClr val="3A50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A506B"/>
                </a:solidFill>
              </a:endParaRPr>
            </a:p>
          </p:txBody>
        </p:sp>
        <p:sp>
          <p:nvSpPr>
            <p:cNvPr id="2204" name="Rectangle 2203">
              <a:extLst>
                <a:ext uri="{FF2B5EF4-FFF2-40B4-BE49-F238E27FC236}">
                  <a16:creationId xmlns:a16="http://schemas.microsoft.com/office/drawing/2014/main" id="{280B597F-CEE8-7909-457A-A897964EAFCB}"/>
                </a:ext>
              </a:extLst>
            </p:cNvPr>
            <p:cNvSpPr/>
            <p:nvPr/>
          </p:nvSpPr>
          <p:spPr>
            <a:xfrm rot="5400000">
              <a:off x="234228" y="863730"/>
              <a:ext cx="913150" cy="365760"/>
            </a:xfrm>
            <a:prstGeom prst="rect">
              <a:avLst/>
            </a:prstGeom>
            <a:solidFill>
              <a:srgbClr val="3A506B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3A506B"/>
                </a:solidFill>
              </a:endParaRPr>
            </a:p>
          </p:txBody>
        </p:sp>
      </p:grpSp>
      <p:sp>
        <p:nvSpPr>
          <p:cNvPr id="2206" name="Rectangle 2205">
            <a:extLst>
              <a:ext uri="{FF2B5EF4-FFF2-40B4-BE49-F238E27FC236}">
                <a16:creationId xmlns:a16="http://schemas.microsoft.com/office/drawing/2014/main" id="{E8B473E1-C24D-6CED-ED6B-406A7975EF53}"/>
              </a:ext>
            </a:extLst>
          </p:cNvPr>
          <p:cNvSpPr/>
          <p:nvPr/>
        </p:nvSpPr>
        <p:spPr>
          <a:xfrm>
            <a:off x="-1" y="-13356"/>
            <a:ext cx="306453" cy="303086"/>
          </a:xfrm>
          <a:prstGeom prst="rect">
            <a:avLst/>
          </a:prstGeom>
          <a:noFill/>
          <a:ln w="952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2207" name="TextBox 2206">
            <a:extLst>
              <a:ext uri="{FF2B5EF4-FFF2-40B4-BE49-F238E27FC236}">
                <a16:creationId xmlns:a16="http://schemas.microsoft.com/office/drawing/2014/main" id="{13EBBB7A-FCFF-3E4E-AEA4-6E27B3566B6D}"/>
              </a:ext>
            </a:extLst>
          </p:cNvPr>
          <p:cNvSpPr txBox="1"/>
          <p:nvPr/>
        </p:nvSpPr>
        <p:spPr>
          <a:xfrm>
            <a:off x="5044008" y="6405712"/>
            <a:ext cx="213957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spc="3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Author</a:t>
            </a:r>
          </a:p>
        </p:txBody>
      </p:sp>
      <p:sp>
        <p:nvSpPr>
          <p:cNvPr id="2208" name="TextBox 2207">
            <a:extLst>
              <a:ext uri="{FF2B5EF4-FFF2-40B4-BE49-F238E27FC236}">
                <a16:creationId xmlns:a16="http://schemas.microsoft.com/office/drawing/2014/main" id="{CF82EDD2-6C9A-0507-C248-D062B947D798}"/>
              </a:ext>
            </a:extLst>
          </p:cNvPr>
          <p:cNvSpPr txBox="1"/>
          <p:nvPr/>
        </p:nvSpPr>
        <p:spPr>
          <a:xfrm>
            <a:off x="7327580" y="6408457"/>
            <a:ext cx="24058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spc="100" dirty="0">
                <a:solidFill>
                  <a:schemeClr val="tx2">
                    <a:lumMod val="25000"/>
                    <a:lumOff val="75000"/>
                  </a:schemeClr>
                </a:solidFill>
                <a:latin typeface="Fira Code" panose="020B0509050000020004" pitchFamily="49" charset="0"/>
                <a:ea typeface="Fira Code" panose="020B0509050000020004" pitchFamily="49" charset="0"/>
              </a:rPr>
              <a:t>Mech Labs</a:t>
            </a:r>
            <a:endParaRPr lang="en-US" sz="1100" spc="100" dirty="0">
              <a:solidFill>
                <a:schemeClr val="tx2">
                  <a:lumMod val="25000"/>
                  <a:lumOff val="75000"/>
                </a:schemeClr>
              </a:solidFill>
              <a:latin typeface="Fira Code" panose="020B0509050000020004" pitchFamily="49" charset="0"/>
              <a:ea typeface="Fira Code" panose="020B0509050000020004" pitchFamily="49" charset="0"/>
            </a:endParaRPr>
          </a:p>
        </p:txBody>
      </p:sp>
      <p:cxnSp>
        <p:nvCxnSpPr>
          <p:cNvPr id="2214" name="Straight Connector 2213">
            <a:extLst>
              <a:ext uri="{FF2B5EF4-FFF2-40B4-BE49-F238E27FC236}">
                <a16:creationId xmlns:a16="http://schemas.microsoft.com/office/drawing/2014/main" id="{ACA56280-A687-3C4E-2695-74CFE4ACAA73}"/>
              </a:ext>
            </a:extLst>
          </p:cNvPr>
          <p:cNvCxnSpPr>
            <a:cxnSpLocks/>
          </p:cNvCxnSpPr>
          <p:nvPr/>
        </p:nvCxnSpPr>
        <p:spPr>
          <a:xfrm>
            <a:off x="5994332" y="946150"/>
            <a:ext cx="119462" cy="298555"/>
          </a:xfrm>
          <a:prstGeom prst="line">
            <a:avLst/>
          </a:prstGeom>
          <a:ln w="9525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5" name="Straight Connector 2214">
            <a:extLst>
              <a:ext uri="{FF2B5EF4-FFF2-40B4-BE49-F238E27FC236}">
                <a16:creationId xmlns:a16="http://schemas.microsoft.com/office/drawing/2014/main" id="{B1C347E4-6366-D7C1-A734-AB4DBEC631D4}"/>
              </a:ext>
            </a:extLst>
          </p:cNvPr>
          <p:cNvCxnSpPr>
            <a:cxnSpLocks/>
          </p:cNvCxnSpPr>
          <p:nvPr/>
        </p:nvCxnSpPr>
        <p:spPr>
          <a:xfrm>
            <a:off x="7519291" y="940365"/>
            <a:ext cx="119462" cy="298555"/>
          </a:xfrm>
          <a:prstGeom prst="line">
            <a:avLst/>
          </a:prstGeom>
          <a:ln w="9525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9" name="Straight Connector 2218">
            <a:extLst>
              <a:ext uri="{FF2B5EF4-FFF2-40B4-BE49-F238E27FC236}">
                <a16:creationId xmlns:a16="http://schemas.microsoft.com/office/drawing/2014/main" id="{09E276C5-12C8-0DBF-07EE-84943C380E0F}"/>
              </a:ext>
            </a:extLst>
          </p:cNvPr>
          <p:cNvCxnSpPr>
            <a:cxnSpLocks/>
          </p:cNvCxnSpPr>
          <p:nvPr/>
        </p:nvCxnSpPr>
        <p:spPr>
          <a:xfrm flipH="1">
            <a:off x="3774122" y="3204699"/>
            <a:ext cx="742316" cy="1821326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30" name="Straight Connector 2229">
            <a:extLst>
              <a:ext uri="{FF2B5EF4-FFF2-40B4-BE49-F238E27FC236}">
                <a16:creationId xmlns:a16="http://schemas.microsoft.com/office/drawing/2014/main" id="{045D4241-6F62-DA6A-B477-D81046BA1930}"/>
              </a:ext>
            </a:extLst>
          </p:cNvPr>
          <p:cNvCxnSpPr>
            <a:cxnSpLocks/>
          </p:cNvCxnSpPr>
          <p:nvPr/>
        </p:nvCxnSpPr>
        <p:spPr>
          <a:xfrm>
            <a:off x="3775075" y="1371600"/>
            <a:ext cx="739807" cy="1833099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35" name="Straight Connector 2234">
            <a:extLst>
              <a:ext uri="{FF2B5EF4-FFF2-40B4-BE49-F238E27FC236}">
                <a16:creationId xmlns:a16="http://schemas.microsoft.com/office/drawing/2014/main" id="{191B0162-E9EE-6297-1D16-517FE48D8D7A}"/>
              </a:ext>
            </a:extLst>
          </p:cNvPr>
          <p:cNvCxnSpPr>
            <a:cxnSpLocks/>
          </p:cNvCxnSpPr>
          <p:nvPr/>
        </p:nvCxnSpPr>
        <p:spPr>
          <a:xfrm flipH="1" flipV="1">
            <a:off x="4502379" y="3199442"/>
            <a:ext cx="380771" cy="5902"/>
          </a:xfrm>
          <a:prstGeom prst="line">
            <a:avLst/>
          </a:prstGeom>
          <a:ln/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238" name="TextBox 2237">
            <a:extLst>
              <a:ext uri="{FF2B5EF4-FFF2-40B4-BE49-F238E27FC236}">
                <a16:creationId xmlns:a16="http://schemas.microsoft.com/office/drawing/2014/main" id="{9650DEBB-24F2-D93F-2682-A545274E655B}"/>
              </a:ext>
            </a:extLst>
          </p:cNvPr>
          <p:cNvSpPr txBox="1"/>
          <p:nvPr/>
        </p:nvSpPr>
        <p:spPr>
          <a:xfrm>
            <a:off x="9954966" y="6264609"/>
            <a:ext cx="2009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program your data</a:t>
            </a:r>
          </a:p>
        </p:txBody>
      </p:sp>
    </p:spTree>
    <p:extLst>
      <p:ext uri="{BB962C8B-B14F-4D97-AF65-F5344CB8AC3E}">
        <p14:creationId xmlns:p14="http://schemas.microsoft.com/office/powerpoint/2010/main" val="2940903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8A2674-FF53-B01A-5748-DEF8DA57F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9" name="Group 2308">
            <a:extLst>
              <a:ext uri="{FF2B5EF4-FFF2-40B4-BE49-F238E27FC236}">
                <a16:creationId xmlns:a16="http://schemas.microsoft.com/office/drawing/2014/main" id="{32EADC66-DE14-A8EE-B4E6-DADBF77FFF85}"/>
              </a:ext>
            </a:extLst>
          </p:cNvPr>
          <p:cNvGrpSpPr/>
          <p:nvPr/>
        </p:nvGrpSpPr>
        <p:grpSpPr>
          <a:xfrm>
            <a:off x="0" y="0"/>
            <a:ext cx="13086080" cy="7477760"/>
            <a:chOff x="0" y="0"/>
            <a:chExt cx="13086080" cy="7477760"/>
          </a:xfrm>
        </p:grpSpPr>
        <p:grpSp>
          <p:nvGrpSpPr>
            <p:cNvPr id="579" name="Group 578">
              <a:extLst>
                <a:ext uri="{FF2B5EF4-FFF2-40B4-BE49-F238E27FC236}">
                  <a16:creationId xmlns:a16="http://schemas.microsoft.com/office/drawing/2014/main" id="{3C06EE61-B316-1E7D-E962-3F4B47A10DE7}"/>
                </a:ext>
              </a:extLst>
            </p:cNvPr>
            <p:cNvGrpSpPr/>
            <p:nvPr/>
          </p:nvGrpSpPr>
          <p:grpSpPr>
            <a:xfrm>
              <a:off x="0" y="0"/>
              <a:ext cx="934720" cy="7477760"/>
              <a:chOff x="0" y="0"/>
              <a:chExt cx="934720" cy="7477760"/>
            </a:xfrm>
          </p:grpSpPr>
          <p:grpSp>
            <p:nvGrpSpPr>
              <p:cNvPr id="83" name="Group 82">
                <a:extLst>
                  <a:ext uri="{FF2B5EF4-FFF2-40B4-BE49-F238E27FC236}">
                    <a16:creationId xmlns:a16="http://schemas.microsoft.com/office/drawing/2014/main" id="{CAEBCFC2-8020-7400-72A4-1F91114EE71B}"/>
                  </a:ext>
                </a:extLst>
              </p:cNvPr>
              <p:cNvGrpSpPr/>
              <p:nvPr/>
            </p:nvGrpSpPr>
            <p:grpSpPr>
              <a:xfrm>
                <a:off x="0" y="0"/>
                <a:ext cx="233680" cy="7477760"/>
                <a:chOff x="0" y="0"/>
                <a:chExt cx="233680" cy="747776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02BBF75B-A046-2B6B-B66B-7C2195F51CF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4398BB3A-A6EA-F120-8B65-A38F43EFC8DF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994D46AD-7D37-DC2A-C621-736FBFD76406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7" name="Rectangle 56">
                  <a:extLst>
                    <a:ext uri="{FF2B5EF4-FFF2-40B4-BE49-F238E27FC236}">
                      <a16:creationId xmlns:a16="http://schemas.microsoft.com/office/drawing/2014/main" id="{7FF117C3-5FCE-5032-9EB9-D56A28CD5CCA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Rectangle 57">
                  <a:extLst>
                    <a:ext uri="{FF2B5EF4-FFF2-40B4-BE49-F238E27FC236}">
                      <a16:creationId xmlns:a16="http://schemas.microsoft.com/office/drawing/2014/main" id="{864373BE-D055-6CBB-48DC-B330E6AC3F31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Rectangle 58">
                  <a:extLst>
                    <a:ext uri="{FF2B5EF4-FFF2-40B4-BE49-F238E27FC236}">
                      <a16:creationId xmlns:a16="http://schemas.microsoft.com/office/drawing/2014/main" id="{F847AA80-7D91-1351-0B8C-D1381D765B56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Rectangle 59">
                  <a:extLst>
                    <a:ext uri="{FF2B5EF4-FFF2-40B4-BE49-F238E27FC236}">
                      <a16:creationId xmlns:a16="http://schemas.microsoft.com/office/drawing/2014/main" id="{75037CA5-996E-A5BF-DA11-521BDCE6A0ED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" name="Rectangle 60">
                  <a:extLst>
                    <a:ext uri="{FF2B5EF4-FFF2-40B4-BE49-F238E27FC236}">
                      <a16:creationId xmlns:a16="http://schemas.microsoft.com/office/drawing/2014/main" id="{25CF2C33-FBD8-D6C9-5911-014AF07F494E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56D37BCD-61D2-D871-1BC7-56B67562E21D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" name="Rectangle 2">
                  <a:extLst>
                    <a:ext uri="{FF2B5EF4-FFF2-40B4-BE49-F238E27FC236}">
                      <a16:creationId xmlns:a16="http://schemas.microsoft.com/office/drawing/2014/main" id="{9E41460A-FCC3-1855-A2DD-F1D73DE69F7E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3F65B465-808D-CA11-8DA1-053DB564946A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63F680E1-DA0E-A9DF-B350-E6823225092A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45832462-F0CF-DADB-FB09-34F4C608ECF5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FBE5CD71-D862-9F00-E4BE-7A736D79B2D7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6E761F56-1256-6CB7-CA89-1AA2E19CFEB7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2AE0EA2-78D1-D0AF-8803-F3FDADB8A981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F7CBEE30-0322-178B-A389-CA9221F00F51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00C40DDD-8678-8DD8-4C1A-5E49B1966528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2D61D1FE-7938-76E1-1363-D3CFF195150E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Rectangle 30">
                  <a:extLst>
                    <a:ext uri="{FF2B5EF4-FFF2-40B4-BE49-F238E27FC236}">
                      <a16:creationId xmlns:a16="http://schemas.microsoft.com/office/drawing/2014/main" id="{F3AC42BE-3762-C6A5-8CA5-F856468888A1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F9EF1D8B-AF89-6756-0914-9CC3F545AD88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3" name="Rectangle 32">
                  <a:extLst>
                    <a:ext uri="{FF2B5EF4-FFF2-40B4-BE49-F238E27FC236}">
                      <a16:creationId xmlns:a16="http://schemas.microsoft.com/office/drawing/2014/main" id="{B1DDD625-5914-DB2D-48CD-388BE1ADFE02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5ECF0A27-562C-857C-61ED-971F7E20AA6F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EB97B154-9E12-D7AD-0B74-376B3B597D89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6" name="Rectangle 35">
                  <a:extLst>
                    <a:ext uri="{FF2B5EF4-FFF2-40B4-BE49-F238E27FC236}">
                      <a16:creationId xmlns:a16="http://schemas.microsoft.com/office/drawing/2014/main" id="{0EAECFE8-C6CD-70B8-04F6-A4748938AED5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219C7E31-E180-CCF1-0D5F-88C9A82F0B5D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E3EE6E37-ED27-FFED-B362-6DD1102951DC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A0D033A2-9B27-EAE9-AF73-05729D3D0C67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94170C20-4559-312C-0AF4-62A3A3550B7F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1" name="Rectangle 40">
                  <a:extLst>
                    <a:ext uri="{FF2B5EF4-FFF2-40B4-BE49-F238E27FC236}">
                      <a16:creationId xmlns:a16="http://schemas.microsoft.com/office/drawing/2014/main" id="{97F85E5C-DFAC-E608-3FD4-BD9B894D91FA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Rectangle 41">
                  <a:extLst>
                    <a:ext uri="{FF2B5EF4-FFF2-40B4-BE49-F238E27FC236}">
                      <a16:creationId xmlns:a16="http://schemas.microsoft.com/office/drawing/2014/main" id="{54E64E19-D9C6-7385-75B2-78574B9302EE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2DB92AF3-7DEE-BD42-F74A-BA528DEB925C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4E5B3548-F5A2-3A75-02CE-31DBD5D6F184}"/>
                  </a:ext>
                </a:extLst>
              </p:cNvPr>
              <p:cNvGrpSpPr/>
              <p:nvPr/>
            </p:nvGrpSpPr>
            <p:grpSpPr>
              <a:xfrm>
                <a:off x="233680" y="0"/>
                <a:ext cx="233680" cy="7477760"/>
                <a:chOff x="0" y="0"/>
                <a:chExt cx="233680" cy="7477760"/>
              </a:xfrm>
            </p:grpSpPr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61661F60-FBEC-5F29-94F8-69EDDC5DE16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BF3C19B4-B298-C648-FD48-31FE53ADE0BA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" name="Rectangle 86">
                  <a:extLst>
                    <a:ext uri="{FF2B5EF4-FFF2-40B4-BE49-F238E27FC236}">
                      <a16:creationId xmlns:a16="http://schemas.microsoft.com/office/drawing/2014/main" id="{476EDCCF-75D9-252A-A71F-83A2BEF1FC91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011463FB-B343-EFC8-759E-4545D07D9DC8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014CC997-C3D3-FA9E-3D09-F85415034691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E8BB8716-23B6-25E0-A350-B522199BFC0A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Rectangle 90">
                  <a:extLst>
                    <a:ext uri="{FF2B5EF4-FFF2-40B4-BE49-F238E27FC236}">
                      <a16:creationId xmlns:a16="http://schemas.microsoft.com/office/drawing/2014/main" id="{9A784930-598D-0C41-B14A-21F3C9EBD720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Rectangle 91">
                  <a:extLst>
                    <a:ext uri="{FF2B5EF4-FFF2-40B4-BE49-F238E27FC236}">
                      <a16:creationId xmlns:a16="http://schemas.microsoft.com/office/drawing/2014/main" id="{C5DC953B-6681-C45E-238B-2523FA405A49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1E2E0040-DFDC-DE5F-7BE2-1AE7DCE8B389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Rectangle 93">
                  <a:extLst>
                    <a:ext uri="{FF2B5EF4-FFF2-40B4-BE49-F238E27FC236}">
                      <a16:creationId xmlns:a16="http://schemas.microsoft.com/office/drawing/2014/main" id="{2360D245-4B3F-816E-193B-D42E9905D860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31D183E1-49A9-98FC-3536-63BF24E4BD8D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F3F4F412-A3AA-67DB-A6AB-DC265AF012BB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Rectangle 96">
                  <a:extLst>
                    <a:ext uri="{FF2B5EF4-FFF2-40B4-BE49-F238E27FC236}">
                      <a16:creationId xmlns:a16="http://schemas.microsoft.com/office/drawing/2014/main" id="{DC4B91B3-E0FB-315D-C32D-50F8ED1F1C9B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Rectangle 97">
                  <a:extLst>
                    <a:ext uri="{FF2B5EF4-FFF2-40B4-BE49-F238E27FC236}">
                      <a16:creationId xmlns:a16="http://schemas.microsoft.com/office/drawing/2014/main" id="{856B365C-109D-FF65-62FF-D03771CB894D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63EE0C7E-1512-6118-6841-493103A59EA0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" name="Rectangle 99">
                  <a:extLst>
                    <a:ext uri="{FF2B5EF4-FFF2-40B4-BE49-F238E27FC236}">
                      <a16:creationId xmlns:a16="http://schemas.microsoft.com/office/drawing/2014/main" id="{28A7E7E6-F1E9-F309-7D58-65075C46D32A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Rectangle 100">
                  <a:extLst>
                    <a:ext uri="{FF2B5EF4-FFF2-40B4-BE49-F238E27FC236}">
                      <a16:creationId xmlns:a16="http://schemas.microsoft.com/office/drawing/2014/main" id="{66323649-D835-75D3-0200-7F8743170F89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97B46D0C-D73E-840A-9320-F73C7296B224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D7FAE67E-C30C-7151-8206-8B75A5143493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A1E1BF88-06E6-47CF-DCBB-35A7520363A5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F632E78C-D2B9-F032-B92D-7BF3787D85F0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Rectangle 105">
                  <a:extLst>
                    <a:ext uri="{FF2B5EF4-FFF2-40B4-BE49-F238E27FC236}">
                      <a16:creationId xmlns:a16="http://schemas.microsoft.com/office/drawing/2014/main" id="{70C6F012-B152-024D-6DFD-4F16FADF8B5B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108B5AFD-D4B8-8A1E-994C-8DDC5641B0AD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Rectangle 107">
                  <a:extLst>
                    <a:ext uri="{FF2B5EF4-FFF2-40B4-BE49-F238E27FC236}">
                      <a16:creationId xmlns:a16="http://schemas.microsoft.com/office/drawing/2014/main" id="{26AACD1B-D33D-6FF8-9DEC-3A12A5B7ECA5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932115B4-E534-361F-2F18-8D48774C7DBC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Rectangle 109">
                  <a:extLst>
                    <a:ext uri="{FF2B5EF4-FFF2-40B4-BE49-F238E27FC236}">
                      <a16:creationId xmlns:a16="http://schemas.microsoft.com/office/drawing/2014/main" id="{31ECF207-0B10-D455-A2C3-D4A3B302C4AE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4687D349-C339-A412-27FF-3663AC60C6B2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" name="Rectangle 111">
                  <a:extLst>
                    <a:ext uri="{FF2B5EF4-FFF2-40B4-BE49-F238E27FC236}">
                      <a16:creationId xmlns:a16="http://schemas.microsoft.com/office/drawing/2014/main" id="{EEA20F4E-842C-EB8D-A73F-F56BC2C1323B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C6E2C5EA-BDCD-1788-781D-542DD4ADF93A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" name="Rectangle 113">
                  <a:extLst>
                    <a:ext uri="{FF2B5EF4-FFF2-40B4-BE49-F238E27FC236}">
                      <a16:creationId xmlns:a16="http://schemas.microsoft.com/office/drawing/2014/main" id="{D5D25F86-D250-CF34-54ED-48071430198C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" name="Rectangle 114">
                  <a:extLst>
                    <a:ext uri="{FF2B5EF4-FFF2-40B4-BE49-F238E27FC236}">
                      <a16:creationId xmlns:a16="http://schemas.microsoft.com/office/drawing/2014/main" id="{BA705F55-3862-9833-9D34-63A24B81A5C5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" name="Rectangle 115">
                  <a:extLst>
                    <a:ext uri="{FF2B5EF4-FFF2-40B4-BE49-F238E27FC236}">
                      <a16:creationId xmlns:a16="http://schemas.microsoft.com/office/drawing/2014/main" id="{B07AF596-C17E-38FB-88FB-2D036CBB1D59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B4FBCF24-1148-9AF9-2B19-60B93EAAF529}"/>
                  </a:ext>
                </a:extLst>
              </p:cNvPr>
              <p:cNvGrpSpPr/>
              <p:nvPr/>
            </p:nvGrpSpPr>
            <p:grpSpPr>
              <a:xfrm>
                <a:off x="467360" y="0"/>
                <a:ext cx="233680" cy="7477760"/>
                <a:chOff x="0" y="0"/>
                <a:chExt cx="233680" cy="7477760"/>
              </a:xfrm>
            </p:grpSpPr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C2F65413-173E-5F23-4580-1A9E6E55417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9C12D4D9-63B0-A81F-E9B1-A2194F6DAD34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" name="Rectangle 119">
                  <a:extLst>
                    <a:ext uri="{FF2B5EF4-FFF2-40B4-BE49-F238E27FC236}">
                      <a16:creationId xmlns:a16="http://schemas.microsoft.com/office/drawing/2014/main" id="{8329EF1C-C4EF-E51F-706F-F777A28E6939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" name="Rectangle 120">
                  <a:extLst>
                    <a:ext uri="{FF2B5EF4-FFF2-40B4-BE49-F238E27FC236}">
                      <a16:creationId xmlns:a16="http://schemas.microsoft.com/office/drawing/2014/main" id="{9B03A65E-CFBB-9084-EDA4-6B1689B0D58F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4031AF31-A3F7-030E-35C9-3ADFA9E328BE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" name="Rectangle 122">
                  <a:extLst>
                    <a:ext uri="{FF2B5EF4-FFF2-40B4-BE49-F238E27FC236}">
                      <a16:creationId xmlns:a16="http://schemas.microsoft.com/office/drawing/2014/main" id="{A0E10DAB-D548-560C-DB40-4D345FFB1E96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4AF0DC9C-029A-893D-4919-697E19921F98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10E33AC0-84EC-2CD4-B31E-AD09C0D246A6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BB0287F3-D7CD-A156-6E75-4F41751F56CA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B27B9999-229D-781D-742E-FABB4D42519D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8C353284-E26C-4AA7-1FDC-3C5992ABB57C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" name="Rectangle 128">
                  <a:extLst>
                    <a:ext uri="{FF2B5EF4-FFF2-40B4-BE49-F238E27FC236}">
                      <a16:creationId xmlns:a16="http://schemas.microsoft.com/office/drawing/2014/main" id="{31649685-4EAD-7BF6-92EF-429985A0795B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5CD5AF83-4314-436E-595A-983857665C19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B8ADD615-7EBE-F4AC-1410-A6D591264541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" name="Rectangle 131">
                  <a:extLst>
                    <a:ext uri="{FF2B5EF4-FFF2-40B4-BE49-F238E27FC236}">
                      <a16:creationId xmlns:a16="http://schemas.microsoft.com/office/drawing/2014/main" id="{50AA3B05-E51D-7FCB-BAFB-6EFA793751EE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770A36A3-A0C2-F8C7-0C72-50CC58670ABB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164DF7DD-058D-FA68-F6AB-953FD81A4840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" name="Rectangle 134">
                  <a:extLst>
                    <a:ext uri="{FF2B5EF4-FFF2-40B4-BE49-F238E27FC236}">
                      <a16:creationId xmlns:a16="http://schemas.microsoft.com/office/drawing/2014/main" id="{A346EEFC-543A-C1F3-46E9-5315F5F5FF19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" name="Rectangle 135">
                  <a:extLst>
                    <a:ext uri="{FF2B5EF4-FFF2-40B4-BE49-F238E27FC236}">
                      <a16:creationId xmlns:a16="http://schemas.microsoft.com/office/drawing/2014/main" id="{E4DB829C-E06D-D122-BE8E-62725B8455E1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" name="Rectangle 136">
                  <a:extLst>
                    <a:ext uri="{FF2B5EF4-FFF2-40B4-BE49-F238E27FC236}">
                      <a16:creationId xmlns:a16="http://schemas.microsoft.com/office/drawing/2014/main" id="{8D94E993-9926-EAEC-E50B-46D2CD8A9FEF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" name="Rectangle 137">
                  <a:extLst>
                    <a:ext uri="{FF2B5EF4-FFF2-40B4-BE49-F238E27FC236}">
                      <a16:creationId xmlns:a16="http://schemas.microsoft.com/office/drawing/2014/main" id="{3BDA9D3E-B2B7-F1C5-FA16-55A610ECCE44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" name="Rectangle 138">
                  <a:extLst>
                    <a:ext uri="{FF2B5EF4-FFF2-40B4-BE49-F238E27FC236}">
                      <a16:creationId xmlns:a16="http://schemas.microsoft.com/office/drawing/2014/main" id="{38E30960-DFFA-A7AB-5801-FDE86D1E44EB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" name="Rectangle 139">
                  <a:extLst>
                    <a:ext uri="{FF2B5EF4-FFF2-40B4-BE49-F238E27FC236}">
                      <a16:creationId xmlns:a16="http://schemas.microsoft.com/office/drawing/2014/main" id="{8C355FAE-D658-A98B-8D8F-6FD150C96485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" name="Rectangle 140">
                  <a:extLst>
                    <a:ext uri="{FF2B5EF4-FFF2-40B4-BE49-F238E27FC236}">
                      <a16:creationId xmlns:a16="http://schemas.microsoft.com/office/drawing/2014/main" id="{2B9D9D4D-D8B0-171E-DCC8-2DD32580DB58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Rectangle 141">
                  <a:extLst>
                    <a:ext uri="{FF2B5EF4-FFF2-40B4-BE49-F238E27FC236}">
                      <a16:creationId xmlns:a16="http://schemas.microsoft.com/office/drawing/2014/main" id="{FD91EAB4-7F20-7D0A-E2A9-C46805B1AE28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23FF1B9C-7C8B-1728-E8D7-2AA019B0519E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" name="Rectangle 143">
                  <a:extLst>
                    <a:ext uri="{FF2B5EF4-FFF2-40B4-BE49-F238E27FC236}">
                      <a16:creationId xmlns:a16="http://schemas.microsoft.com/office/drawing/2014/main" id="{B3F4FB8C-E9F5-9F46-3523-4F82A63CD0AA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" name="Rectangle 144">
                  <a:extLst>
                    <a:ext uri="{FF2B5EF4-FFF2-40B4-BE49-F238E27FC236}">
                      <a16:creationId xmlns:a16="http://schemas.microsoft.com/office/drawing/2014/main" id="{B9307C8C-43C3-2F83-486C-992BC7D34DC6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" name="Rectangle 145">
                  <a:extLst>
                    <a:ext uri="{FF2B5EF4-FFF2-40B4-BE49-F238E27FC236}">
                      <a16:creationId xmlns:a16="http://schemas.microsoft.com/office/drawing/2014/main" id="{F7F6F741-963B-55DE-8945-2C614C03E552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" name="Rectangle 146">
                  <a:extLst>
                    <a:ext uri="{FF2B5EF4-FFF2-40B4-BE49-F238E27FC236}">
                      <a16:creationId xmlns:a16="http://schemas.microsoft.com/office/drawing/2014/main" id="{A40CDFED-64C2-B046-0BA3-8C23D157AB4A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" name="Rectangle 147">
                  <a:extLst>
                    <a:ext uri="{FF2B5EF4-FFF2-40B4-BE49-F238E27FC236}">
                      <a16:creationId xmlns:a16="http://schemas.microsoft.com/office/drawing/2014/main" id="{7A90470C-5ABB-E5F0-673B-EC2FC107378F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" name="Rectangle 148">
                  <a:extLst>
                    <a:ext uri="{FF2B5EF4-FFF2-40B4-BE49-F238E27FC236}">
                      <a16:creationId xmlns:a16="http://schemas.microsoft.com/office/drawing/2014/main" id="{4A91F40B-7D3C-0C03-BAE3-A9F244E61C52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BBDB2F0-6C1D-2A93-1BA8-3C8A6AE0F42C}"/>
                  </a:ext>
                </a:extLst>
              </p:cNvPr>
              <p:cNvGrpSpPr/>
              <p:nvPr/>
            </p:nvGrpSpPr>
            <p:grpSpPr>
              <a:xfrm>
                <a:off x="701040" y="0"/>
                <a:ext cx="233680" cy="7477760"/>
                <a:chOff x="0" y="0"/>
                <a:chExt cx="233680" cy="7477760"/>
              </a:xfrm>
            </p:grpSpPr>
            <p:sp>
              <p:nvSpPr>
                <p:cNvPr id="151" name="Rectangle 150">
                  <a:extLst>
                    <a:ext uri="{FF2B5EF4-FFF2-40B4-BE49-F238E27FC236}">
                      <a16:creationId xmlns:a16="http://schemas.microsoft.com/office/drawing/2014/main" id="{93685947-E45B-498C-1A29-239F02CA346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" name="Rectangle 151">
                  <a:extLst>
                    <a:ext uri="{FF2B5EF4-FFF2-40B4-BE49-F238E27FC236}">
                      <a16:creationId xmlns:a16="http://schemas.microsoft.com/office/drawing/2014/main" id="{5DE89036-E7DF-EA4C-1324-0A3BDD403967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" name="Rectangle 152">
                  <a:extLst>
                    <a:ext uri="{FF2B5EF4-FFF2-40B4-BE49-F238E27FC236}">
                      <a16:creationId xmlns:a16="http://schemas.microsoft.com/office/drawing/2014/main" id="{775461F9-F911-D714-81F0-2EEF646D9F77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" name="Rectangle 153">
                  <a:extLst>
                    <a:ext uri="{FF2B5EF4-FFF2-40B4-BE49-F238E27FC236}">
                      <a16:creationId xmlns:a16="http://schemas.microsoft.com/office/drawing/2014/main" id="{06A6FCBE-4F3E-E0BE-0137-11C3A6D3FF4A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" name="Rectangle 154">
                  <a:extLst>
                    <a:ext uri="{FF2B5EF4-FFF2-40B4-BE49-F238E27FC236}">
                      <a16:creationId xmlns:a16="http://schemas.microsoft.com/office/drawing/2014/main" id="{AE28BD8F-2645-6944-E978-BFB9542AC4B3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Rectangle 155">
                  <a:extLst>
                    <a:ext uri="{FF2B5EF4-FFF2-40B4-BE49-F238E27FC236}">
                      <a16:creationId xmlns:a16="http://schemas.microsoft.com/office/drawing/2014/main" id="{516C8350-8284-BCBF-ED68-08A2D6291F87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" name="Rectangle 156">
                  <a:extLst>
                    <a:ext uri="{FF2B5EF4-FFF2-40B4-BE49-F238E27FC236}">
                      <a16:creationId xmlns:a16="http://schemas.microsoft.com/office/drawing/2014/main" id="{5F18B1AE-1E98-5185-A80E-573014C93D95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" name="Rectangle 157">
                  <a:extLst>
                    <a:ext uri="{FF2B5EF4-FFF2-40B4-BE49-F238E27FC236}">
                      <a16:creationId xmlns:a16="http://schemas.microsoft.com/office/drawing/2014/main" id="{117C6F91-17B7-5EF6-E87D-DA00C8EACA3F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" name="Rectangle 158">
                  <a:extLst>
                    <a:ext uri="{FF2B5EF4-FFF2-40B4-BE49-F238E27FC236}">
                      <a16:creationId xmlns:a16="http://schemas.microsoft.com/office/drawing/2014/main" id="{34D34712-A06A-B685-230F-24278ED10D51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" name="Rectangle 159">
                  <a:extLst>
                    <a:ext uri="{FF2B5EF4-FFF2-40B4-BE49-F238E27FC236}">
                      <a16:creationId xmlns:a16="http://schemas.microsoft.com/office/drawing/2014/main" id="{8D67808C-7F99-5537-A3FE-27A953F6FA65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" name="Rectangle 160">
                  <a:extLst>
                    <a:ext uri="{FF2B5EF4-FFF2-40B4-BE49-F238E27FC236}">
                      <a16:creationId xmlns:a16="http://schemas.microsoft.com/office/drawing/2014/main" id="{8791487D-52B5-F20D-77CC-3480312A5719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" name="Rectangle 161">
                  <a:extLst>
                    <a:ext uri="{FF2B5EF4-FFF2-40B4-BE49-F238E27FC236}">
                      <a16:creationId xmlns:a16="http://schemas.microsoft.com/office/drawing/2014/main" id="{B9B91887-D379-CAD0-5AD3-A0717A9BA455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1FE56E69-BFFB-4394-262B-7C6FB0DA9AD8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" name="Rectangle 163">
                  <a:extLst>
                    <a:ext uri="{FF2B5EF4-FFF2-40B4-BE49-F238E27FC236}">
                      <a16:creationId xmlns:a16="http://schemas.microsoft.com/office/drawing/2014/main" id="{3B19E834-E836-DBB4-D909-C77882A54D5A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" name="Rectangle 164">
                  <a:extLst>
                    <a:ext uri="{FF2B5EF4-FFF2-40B4-BE49-F238E27FC236}">
                      <a16:creationId xmlns:a16="http://schemas.microsoft.com/office/drawing/2014/main" id="{C93EC748-80B3-20A1-95C9-49869BDC24C6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" name="Rectangle 165">
                  <a:extLst>
                    <a:ext uri="{FF2B5EF4-FFF2-40B4-BE49-F238E27FC236}">
                      <a16:creationId xmlns:a16="http://schemas.microsoft.com/office/drawing/2014/main" id="{4735E213-D884-A707-958B-B9FACDBBF799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" name="Rectangle 166">
                  <a:extLst>
                    <a:ext uri="{FF2B5EF4-FFF2-40B4-BE49-F238E27FC236}">
                      <a16:creationId xmlns:a16="http://schemas.microsoft.com/office/drawing/2014/main" id="{375433D3-1EB7-019C-2A0F-51E1768FDA62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" name="Rectangle 167">
                  <a:extLst>
                    <a:ext uri="{FF2B5EF4-FFF2-40B4-BE49-F238E27FC236}">
                      <a16:creationId xmlns:a16="http://schemas.microsoft.com/office/drawing/2014/main" id="{C68EF433-3FC8-8F2F-77B7-851C67AB87DD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" name="Rectangle 168">
                  <a:extLst>
                    <a:ext uri="{FF2B5EF4-FFF2-40B4-BE49-F238E27FC236}">
                      <a16:creationId xmlns:a16="http://schemas.microsoft.com/office/drawing/2014/main" id="{4182ADBD-55B9-1E77-5CD9-7E35858A6EA1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" name="Rectangle 169">
                  <a:extLst>
                    <a:ext uri="{FF2B5EF4-FFF2-40B4-BE49-F238E27FC236}">
                      <a16:creationId xmlns:a16="http://schemas.microsoft.com/office/drawing/2014/main" id="{F8E5A85E-D04D-612E-5620-A2ED7E3A990E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" name="Rectangle 170">
                  <a:extLst>
                    <a:ext uri="{FF2B5EF4-FFF2-40B4-BE49-F238E27FC236}">
                      <a16:creationId xmlns:a16="http://schemas.microsoft.com/office/drawing/2014/main" id="{B44297C0-67C1-51B7-217E-04ACB2FBB97B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Rectangle 171">
                  <a:extLst>
                    <a:ext uri="{FF2B5EF4-FFF2-40B4-BE49-F238E27FC236}">
                      <a16:creationId xmlns:a16="http://schemas.microsoft.com/office/drawing/2014/main" id="{FBF45E4F-238C-54B6-FEAF-47400B7EA1FA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Rectangle 172">
                  <a:extLst>
                    <a:ext uri="{FF2B5EF4-FFF2-40B4-BE49-F238E27FC236}">
                      <a16:creationId xmlns:a16="http://schemas.microsoft.com/office/drawing/2014/main" id="{B8A9CCE8-6781-24BF-CE71-92A2E16B5C42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" name="Rectangle 173">
                  <a:extLst>
                    <a:ext uri="{FF2B5EF4-FFF2-40B4-BE49-F238E27FC236}">
                      <a16:creationId xmlns:a16="http://schemas.microsoft.com/office/drawing/2014/main" id="{1F162B31-6D98-53F8-964C-70FAB0708507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" name="Rectangle 174">
                  <a:extLst>
                    <a:ext uri="{FF2B5EF4-FFF2-40B4-BE49-F238E27FC236}">
                      <a16:creationId xmlns:a16="http://schemas.microsoft.com/office/drawing/2014/main" id="{2B48E4C4-C8C9-9FE1-52C4-AB89DB301407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" name="Rectangle 175">
                  <a:extLst>
                    <a:ext uri="{FF2B5EF4-FFF2-40B4-BE49-F238E27FC236}">
                      <a16:creationId xmlns:a16="http://schemas.microsoft.com/office/drawing/2014/main" id="{B03C218D-D4C4-3D70-88EB-C93D836C9FEF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" name="Rectangle 176">
                  <a:extLst>
                    <a:ext uri="{FF2B5EF4-FFF2-40B4-BE49-F238E27FC236}">
                      <a16:creationId xmlns:a16="http://schemas.microsoft.com/office/drawing/2014/main" id="{6F128A02-412B-8647-E267-1BDEA309D00A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" name="Rectangle 177">
                  <a:extLst>
                    <a:ext uri="{FF2B5EF4-FFF2-40B4-BE49-F238E27FC236}">
                      <a16:creationId xmlns:a16="http://schemas.microsoft.com/office/drawing/2014/main" id="{8200042F-E2CD-410F-1193-1E1F0ABB05A8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A38D8904-2E40-4B91-456B-DCCA750A8775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" name="Rectangle 179">
                  <a:extLst>
                    <a:ext uri="{FF2B5EF4-FFF2-40B4-BE49-F238E27FC236}">
                      <a16:creationId xmlns:a16="http://schemas.microsoft.com/office/drawing/2014/main" id="{789611D7-DC7A-EF7E-DD64-835DE7FB9C68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" name="Rectangle 180">
                  <a:extLst>
                    <a:ext uri="{FF2B5EF4-FFF2-40B4-BE49-F238E27FC236}">
                      <a16:creationId xmlns:a16="http://schemas.microsoft.com/office/drawing/2014/main" id="{606FFE9F-D875-9B8E-A766-0836707D859E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" name="Rectangle 181">
                  <a:extLst>
                    <a:ext uri="{FF2B5EF4-FFF2-40B4-BE49-F238E27FC236}">
                      <a16:creationId xmlns:a16="http://schemas.microsoft.com/office/drawing/2014/main" id="{01E06847-5C04-8EFC-83DF-110628B582E8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BE3F8E99-B152-2AFD-24FF-8CCB7FEDCB70}"/>
                </a:ext>
              </a:extLst>
            </p:cNvPr>
            <p:cNvGrpSpPr/>
            <p:nvPr/>
          </p:nvGrpSpPr>
          <p:grpSpPr>
            <a:xfrm>
              <a:off x="934720" y="0"/>
              <a:ext cx="934720" cy="7477760"/>
              <a:chOff x="0" y="0"/>
              <a:chExt cx="934720" cy="7477760"/>
            </a:xfrm>
          </p:grpSpPr>
          <p:grpSp>
            <p:nvGrpSpPr>
              <p:cNvPr id="581" name="Group 580">
                <a:extLst>
                  <a:ext uri="{FF2B5EF4-FFF2-40B4-BE49-F238E27FC236}">
                    <a16:creationId xmlns:a16="http://schemas.microsoft.com/office/drawing/2014/main" id="{AD4453F9-E24B-9933-0A34-C7612ECEA832}"/>
                  </a:ext>
                </a:extLst>
              </p:cNvPr>
              <p:cNvGrpSpPr/>
              <p:nvPr/>
            </p:nvGrpSpPr>
            <p:grpSpPr>
              <a:xfrm>
                <a:off x="0" y="0"/>
                <a:ext cx="233680" cy="7477760"/>
                <a:chOff x="0" y="0"/>
                <a:chExt cx="233680" cy="7477760"/>
              </a:xfrm>
            </p:grpSpPr>
            <p:sp>
              <p:nvSpPr>
                <p:cNvPr id="681" name="Rectangle 680">
                  <a:extLst>
                    <a:ext uri="{FF2B5EF4-FFF2-40B4-BE49-F238E27FC236}">
                      <a16:creationId xmlns:a16="http://schemas.microsoft.com/office/drawing/2014/main" id="{80208A3F-14A5-0CCF-46E4-750ABF941E2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2" name="Rectangle 681">
                  <a:extLst>
                    <a:ext uri="{FF2B5EF4-FFF2-40B4-BE49-F238E27FC236}">
                      <a16:creationId xmlns:a16="http://schemas.microsoft.com/office/drawing/2014/main" id="{5F7D2EE2-4CC7-DE5A-4580-3CA610F43DD3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3" name="Rectangle 682">
                  <a:extLst>
                    <a:ext uri="{FF2B5EF4-FFF2-40B4-BE49-F238E27FC236}">
                      <a16:creationId xmlns:a16="http://schemas.microsoft.com/office/drawing/2014/main" id="{B76CE583-5603-B18C-AC97-FE3548A4B59E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4" name="Rectangle 683">
                  <a:extLst>
                    <a:ext uri="{FF2B5EF4-FFF2-40B4-BE49-F238E27FC236}">
                      <a16:creationId xmlns:a16="http://schemas.microsoft.com/office/drawing/2014/main" id="{D20C70C2-66C2-0097-9AA5-92527186ECE2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5" name="Rectangle 684">
                  <a:extLst>
                    <a:ext uri="{FF2B5EF4-FFF2-40B4-BE49-F238E27FC236}">
                      <a16:creationId xmlns:a16="http://schemas.microsoft.com/office/drawing/2014/main" id="{AC67D5D3-2A75-5C9F-3B80-DC74A3A6A71F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6" name="Rectangle 685">
                  <a:extLst>
                    <a:ext uri="{FF2B5EF4-FFF2-40B4-BE49-F238E27FC236}">
                      <a16:creationId xmlns:a16="http://schemas.microsoft.com/office/drawing/2014/main" id="{BB014CF4-D4B2-A8AE-80EE-4128B8057D70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7" name="Rectangle 686">
                  <a:extLst>
                    <a:ext uri="{FF2B5EF4-FFF2-40B4-BE49-F238E27FC236}">
                      <a16:creationId xmlns:a16="http://schemas.microsoft.com/office/drawing/2014/main" id="{3901762E-CB48-5051-2938-E8B07BAFDF15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8" name="Rectangle 687">
                  <a:extLst>
                    <a:ext uri="{FF2B5EF4-FFF2-40B4-BE49-F238E27FC236}">
                      <a16:creationId xmlns:a16="http://schemas.microsoft.com/office/drawing/2014/main" id="{764F39B8-1A46-FCA8-4B05-98C6604BAB24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9" name="Rectangle 688">
                  <a:extLst>
                    <a:ext uri="{FF2B5EF4-FFF2-40B4-BE49-F238E27FC236}">
                      <a16:creationId xmlns:a16="http://schemas.microsoft.com/office/drawing/2014/main" id="{4C62E286-CA9C-A6DF-2A04-CE2D9DCF760A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0" name="Rectangle 689">
                  <a:extLst>
                    <a:ext uri="{FF2B5EF4-FFF2-40B4-BE49-F238E27FC236}">
                      <a16:creationId xmlns:a16="http://schemas.microsoft.com/office/drawing/2014/main" id="{D4472DCE-1287-BCAF-52E9-458051E1304A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1" name="Rectangle 690">
                  <a:extLst>
                    <a:ext uri="{FF2B5EF4-FFF2-40B4-BE49-F238E27FC236}">
                      <a16:creationId xmlns:a16="http://schemas.microsoft.com/office/drawing/2014/main" id="{89210F6C-6453-3D1D-A4C5-4B9FD900841A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2" name="Rectangle 691">
                  <a:extLst>
                    <a:ext uri="{FF2B5EF4-FFF2-40B4-BE49-F238E27FC236}">
                      <a16:creationId xmlns:a16="http://schemas.microsoft.com/office/drawing/2014/main" id="{A253F304-E548-D7A1-C672-A0E28E452CD4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3" name="Rectangle 692">
                  <a:extLst>
                    <a:ext uri="{FF2B5EF4-FFF2-40B4-BE49-F238E27FC236}">
                      <a16:creationId xmlns:a16="http://schemas.microsoft.com/office/drawing/2014/main" id="{E809D8D8-3128-42AA-1FA6-0A1906A7C4E9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4" name="Rectangle 693">
                  <a:extLst>
                    <a:ext uri="{FF2B5EF4-FFF2-40B4-BE49-F238E27FC236}">
                      <a16:creationId xmlns:a16="http://schemas.microsoft.com/office/drawing/2014/main" id="{135A484D-D847-D26F-B098-2CA9C82C2EC9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5" name="Rectangle 694">
                  <a:extLst>
                    <a:ext uri="{FF2B5EF4-FFF2-40B4-BE49-F238E27FC236}">
                      <a16:creationId xmlns:a16="http://schemas.microsoft.com/office/drawing/2014/main" id="{F2D45E81-A7AA-AB1F-17BA-389F1FB250C7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6" name="Rectangle 695">
                  <a:extLst>
                    <a:ext uri="{FF2B5EF4-FFF2-40B4-BE49-F238E27FC236}">
                      <a16:creationId xmlns:a16="http://schemas.microsoft.com/office/drawing/2014/main" id="{3B6FCB7D-8800-7285-B157-B83BE9A5A6D6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7" name="Rectangle 696">
                  <a:extLst>
                    <a:ext uri="{FF2B5EF4-FFF2-40B4-BE49-F238E27FC236}">
                      <a16:creationId xmlns:a16="http://schemas.microsoft.com/office/drawing/2014/main" id="{8286942E-21EE-5506-B184-661C90CCD41B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8" name="Rectangle 697">
                  <a:extLst>
                    <a:ext uri="{FF2B5EF4-FFF2-40B4-BE49-F238E27FC236}">
                      <a16:creationId xmlns:a16="http://schemas.microsoft.com/office/drawing/2014/main" id="{722195ED-B6E7-F85A-E639-0A8BC6808D8A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9" name="Rectangle 698">
                  <a:extLst>
                    <a:ext uri="{FF2B5EF4-FFF2-40B4-BE49-F238E27FC236}">
                      <a16:creationId xmlns:a16="http://schemas.microsoft.com/office/drawing/2014/main" id="{6F05DEAB-E8FD-33FF-D6A9-AB4995314AAE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0" name="Rectangle 699">
                  <a:extLst>
                    <a:ext uri="{FF2B5EF4-FFF2-40B4-BE49-F238E27FC236}">
                      <a16:creationId xmlns:a16="http://schemas.microsoft.com/office/drawing/2014/main" id="{05530CC3-4B99-B047-F24E-CC9F78193C90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1" name="Rectangle 700">
                  <a:extLst>
                    <a:ext uri="{FF2B5EF4-FFF2-40B4-BE49-F238E27FC236}">
                      <a16:creationId xmlns:a16="http://schemas.microsoft.com/office/drawing/2014/main" id="{876F1390-0EDC-AF82-BEFB-4B3A48C4C51B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2" name="Rectangle 701">
                  <a:extLst>
                    <a:ext uri="{FF2B5EF4-FFF2-40B4-BE49-F238E27FC236}">
                      <a16:creationId xmlns:a16="http://schemas.microsoft.com/office/drawing/2014/main" id="{E2EB7102-9D38-89D8-D44E-E36ACCED9146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3" name="Rectangle 702">
                  <a:extLst>
                    <a:ext uri="{FF2B5EF4-FFF2-40B4-BE49-F238E27FC236}">
                      <a16:creationId xmlns:a16="http://schemas.microsoft.com/office/drawing/2014/main" id="{B16ACFFA-9282-E78A-732E-822471CBAD7C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4" name="Rectangle 703">
                  <a:extLst>
                    <a:ext uri="{FF2B5EF4-FFF2-40B4-BE49-F238E27FC236}">
                      <a16:creationId xmlns:a16="http://schemas.microsoft.com/office/drawing/2014/main" id="{87B223DB-34CA-8263-AFFB-7650213FDC76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5" name="Rectangle 704">
                  <a:extLst>
                    <a:ext uri="{FF2B5EF4-FFF2-40B4-BE49-F238E27FC236}">
                      <a16:creationId xmlns:a16="http://schemas.microsoft.com/office/drawing/2014/main" id="{2A8A1B52-A61F-6025-158C-1B1F04999947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6" name="Rectangle 705">
                  <a:extLst>
                    <a:ext uri="{FF2B5EF4-FFF2-40B4-BE49-F238E27FC236}">
                      <a16:creationId xmlns:a16="http://schemas.microsoft.com/office/drawing/2014/main" id="{F9F271E6-A9A2-E355-0FE3-1A59C94DE595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7" name="Rectangle 706">
                  <a:extLst>
                    <a:ext uri="{FF2B5EF4-FFF2-40B4-BE49-F238E27FC236}">
                      <a16:creationId xmlns:a16="http://schemas.microsoft.com/office/drawing/2014/main" id="{6AD83517-50C6-9842-7EF4-05F92AB368BE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8" name="Rectangle 707">
                  <a:extLst>
                    <a:ext uri="{FF2B5EF4-FFF2-40B4-BE49-F238E27FC236}">
                      <a16:creationId xmlns:a16="http://schemas.microsoft.com/office/drawing/2014/main" id="{BFAB8E84-2EBE-EBAE-E5FC-DEC0AABFFEFD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9" name="Rectangle 708">
                  <a:extLst>
                    <a:ext uri="{FF2B5EF4-FFF2-40B4-BE49-F238E27FC236}">
                      <a16:creationId xmlns:a16="http://schemas.microsoft.com/office/drawing/2014/main" id="{E06FFE65-E14E-0AC1-A8F0-5671F81D37C9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0" name="Rectangle 709">
                  <a:extLst>
                    <a:ext uri="{FF2B5EF4-FFF2-40B4-BE49-F238E27FC236}">
                      <a16:creationId xmlns:a16="http://schemas.microsoft.com/office/drawing/2014/main" id="{515C4433-3A66-81B0-B316-FADDAB665E26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1" name="Rectangle 710">
                  <a:extLst>
                    <a:ext uri="{FF2B5EF4-FFF2-40B4-BE49-F238E27FC236}">
                      <a16:creationId xmlns:a16="http://schemas.microsoft.com/office/drawing/2014/main" id="{528303E9-CD82-BA22-B62B-D0A8E34A3AE5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2" name="Rectangle 711">
                  <a:extLst>
                    <a:ext uri="{FF2B5EF4-FFF2-40B4-BE49-F238E27FC236}">
                      <a16:creationId xmlns:a16="http://schemas.microsoft.com/office/drawing/2014/main" id="{ECE2B5D3-FAD8-A122-F374-686488119C7D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82" name="Group 581">
                <a:extLst>
                  <a:ext uri="{FF2B5EF4-FFF2-40B4-BE49-F238E27FC236}">
                    <a16:creationId xmlns:a16="http://schemas.microsoft.com/office/drawing/2014/main" id="{175DE987-DBBA-D5BF-A32B-3F9919E15AD6}"/>
                  </a:ext>
                </a:extLst>
              </p:cNvPr>
              <p:cNvGrpSpPr/>
              <p:nvPr/>
            </p:nvGrpSpPr>
            <p:grpSpPr>
              <a:xfrm>
                <a:off x="233680" y="0"/>
                <a:ext cx="233680" cy="7477760"/>
                <a:chOff x="0" y="0"/>
                <a:chExt cx="233680" cy="7477760"/>
              </a:xfrm>
            </p:grpSpPr>
            <p:sp>
              <p:nvSpPr>
                <p:cNvPr id="649" name="Rectangle 648">
                  <a:extLst>
                    <a:ext uri="{FF2B5EF4-FFF2-40B4-BE49-F238E27FC236}">
                      <a16:creationId xmlns:a16="http://schemas.microsoft.com/office/drawing/2014/main" id="{5E10AE94-88E2-8AA7-12CA-C799EEC14C6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0" name="Rectangle 649">
                  <a:extLst>
                    <a:ext uri="{FF2B5EF4-FFF2-40B4-BE49-F238E27FC236}">
                      <a16:creationId xmlns:a16="http://schemas.microsoft.com/office/drawing/2014/main" id="{07510E99-8AD8-295E-79E6-1EDD1EC46178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1" name="Rectangle 650">
                  <a:extLst>
                    <a:ext uri="{FF2B5EF4-FFF2-40B4-BE49-F238E27FC236}">
                      <a16:creationId xmlns:a16="http://schemas.microsoft.com/office/drawing/2014/main" id="{78128EBF-246F-A72E-611B-6BC9DA20748C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2" name="Rectangle 651">
                  <a:extLst>
                    <a:ext uri="{FF2B5EF4-FFF2-40B4-BE49-F238E27FC236}">
                      <a16:creationId xmlns:a16="http://schemas.microsoft.com/office/drawing/2014/main" id="{6A297A7F-DC2C-D10C-3852-F1318699DA44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3" name="Rectangle 652">
                  <a:extLst>
                    <a:ext uri="{FF2B5EF4-FFF2-40B4-BE49-F238E27FC236}">
                      <a16:creationId xmlns:a16="http://schemas.microsoft.com/office/drawing/2014/main" id="{A4340705-523D-6DC5-B9C8-2C32D4CD55BB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4" name="Rectangle 653">
                  <a:extLst>
                    <a:ext uri="{FF2B5EF4-FFF2-40B4-BE49-F238E27FC236}">
                      <a16:creationId xmlns:a16="http://schemas.microsoft.com/office/drawing/2014/main" id="{192E5BAD-FD67-2AA5-7061-35AC691419A2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5" name="Rectangle 654">
                  <a:extLst>
                    <a:ext uri="{FF2B5EF4-FFF2-40B4-BE49-F238E27FC236}">
                      <a16:creationId xmlns:a16="http://schemas.microsoft.com/office/drawing/2014/main" id="{4650B51E-1E73-E1C4-6579-07D69B34204C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6" name="Rectangle 655">
                  <a:extLst>
                    <a:ext uri="{FF2B5EF4-FFF2-40B4-BE49-F238E27FC236}">
                      <a16:creationId xmlns:a16="http://schemas.microsoft.com/office/drawing/2014/main" id="{496EA0F2-CA4C-40E6-1896-A372D9CF6F19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7" name="Rectangle 656">
                  <a:extLst>
                    <a:ext uri="{FF2B5EF4-FFF2-40B4-BE49-F238E27FC236}">
                      <a16:creationId xmlns:a16="http://schemas.microsoft.com/office/drawing/2014/main" id="{67A04A6A-0185-EDD4-22F8-53F11FCDA30D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8" name="Rectangle 657">
                  <a:extLst>
                    <a:ext uri="{FF2B5EF4-FFF2-40B4-BE49-F238E27FC236}">
                      <a16:creationId xmlns:a16="http://schemas.microsoft.com/office/drawing/2014/main" id="{7A81C288-20E7-3B9B-8E1A-7C9E04B6051D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9" name="Rectangle 658">
                  <a:extLst>
                    <a:ext uri="{FF2B5EF4-FFF2-40B4-BE49-F238E27FC236}">
                      <a16:creationId xmlns:a16="http://schemas.microsoft.com/office/drawing/2014/main" id="{96EDB5DF-AA80-5B90-34E0-5A9E5E015CA0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0" name="Rectangle 659">
                  <a:extLst>
                    <a:ext uri="{FF2B5EF4-FFF2-40B4-BE49-F238E27FC236}">
                      <a16:creationId xmlns:a16="http://schemas.microsoft.com/office/drawing/2014/main" id="{CE5B3914-16B2-FDBA-B176-34A7DAA161E8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1" name="Rectangle 660">
                  <a:extLst>
                    <a:ext uri="{FF2B5EF4-FFF2-40B4-BE49-F238E27FC236}">
                      <a16:creationId xmlns:a16="http://schemas.microsoft.com/office/drawing/2014/main" id="{6858C12F-FC6C-CBA0-764B-4E60DE30DB2F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2" name="Rectangle 661">
                  <a:extLst>
                    <a:ext uri="{FF2B5EF4-FFF2-40B4-BE49-F238E27FC236}">
                      <a16:creationId xmlns:a16="http://schemas.microsoft.com/office/drawing/2014/main" id="{FFCFB0F4-23F1-041B-BCB8-9F9577D3BC15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3" name="Rectangle 662">
                  <a:extLst>
                    <a:ext uri="{FF2B5EF4-FFF2-40B4-BE49-F238E27FC236}">
                      <a16:creationId xmlns:a16="http://schemas.microsoft.com/office/drawing/2014/main" id="{0E18BCA0-5B11-7DA6-0357-68E15C99DFE0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4" name="Rectangle 663">
                  <a:extLst>
                    <a:ext uri="{FF2B5EF4-FFF2-40B4-BE49-F238E27FC236}">
                      <a16:creationId xmlns:a16="http://schemas.microsoft.com/office/drawing/2014/main" id="{F9DB8F78-3C60-01BC-5A6D-51B6527E0A1A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5" name="Rectangle 664">
                  <a:extLst>
                    <a:ext uri="{FF2B5EF4-FFF2-40B4-BE49-F238E27FC236}">
                      <a16:creationId xmlns:a16="http://schemas.microsoft.com/office/drawing/2014/main" id="{D8B40DA5-3865-0B75-FB9D-AF6F0F2603DD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6" name="Rectangle 665">
                  <a:extLst>
                    <a:ext uri="{FF2B5EF4-FFF2-40B4-BE49-F238E27FC236}">
                      <a16:creationId xmlns:a16="http://schemas.microsoft.com/office/drawing/2014/main" id="{F607E07F-FF80-A7BC-7977-8D1F9C90446E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7" name="Rectangle 666">
                  <a:extLst>
                    <a:ext uri="{FF2B5EF4-FFF2-40B4-BE49-F238E27FC236}">
                      <a16:creationId xmlns:a16="http://schemas.microsoft.com/office/drawing/2014/main" id="{F5F0E3E5-9FD7-7E4C-F955-90A42E7BB06A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8" name="Rectangle 667">
                  <a:extLst>
                    <a:ext uri="{FF2B5EF4-FFF2-40B4-BE49-F238E27FC236}">
                      <a16:creationId xmlns:a16="http://schemas.microsoft.com/office/drawing/2014/main" id="{95ECD593-3DA1-0850-6D5D-C181C8142A64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9" name="Rectangle 668">
                  <a:extLst>
                    <a:ext uri="{FF2B5EF4-FFF2-40B4-BE49-F238E27FC236}">
                      <a16:creationId xmlns:a16="http://schemas.microsoft.com/office/drawing/2014/main" id="{C1E080FA-C91A-AE3F-617A-972D7B59CF1C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0" name="Rectangle 669">
                  <a:extLst>
                    <a:ext uri="{FF2B5EF4-FFF2-40B4-BE49-F238E27FC236}">
                      <a16:creationId xmlns:a16="http://schemas.microsoft.com/office/drawing/2014/main" id="{89CC8EBE-172D-BD10-2522-4E04536A0D31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1" name="Rectangle 670">
                  <a:extLst>
                    <a:ext uri="{FF2B5EF4-FFF2-40B4-BE49-F238E27FC236}">
                      <a16:creationId xmlns:a16="http://schemas.microsoft.com/office/drawing/2014/main" id="{928F4FA3-7E9B-D1B1-509D-CCCF68FAD272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2" name="Rectangle 671">
                  <a:extLst>
                    <a:ext uri="{FF2B5EF4-FFF2-40B4-BE49-F238E27FC236}">
                      <a16:creationId xmlns:a16="http://schemas.microsoft.com/office/drawing/2014/main" id="{E0E60B8B-A015-60A7-169D-DC9BA3E29EFF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3" name="Rectangle 672">
                  <a:extLst>
                    <a:ext uri="{FF2B5EF4-FFF2-40B4-BE49-F238E27FC236}">
                      <a16:creationId xmlns:a16="http://schemas.microsoft.com/office/drawing/2014/main" id="{A84F2705-E2A9-3317-91BA-39863DEF6DC3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4" name="Rectangle 673">
                  <a:extLst>
                    <a:ext uri="{FF2B5EF4-FFF2-40B4-BE49-F238E27FC236}">
                      <a16:creationId xmlns:a16="http://schemas.microsoft.com/office/drawing/2014/main" id="{9BE4DC0B-4D82-44F8-1096-9BC1C13C310D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5" name="Rectangle 674">
                  <a:extLst>
                    <a:ext uri="{FF2B5EF4-FFF2-40B4-BE49-F238E27FC236}">
                      <a16:creationId xmlns:a16="http://schemas.microsoft.com/office/drawing/2014/main" id="{DE21EF53-0474-E02A-FE0F-F85E02407E44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6" name="Rectangle 675">
                  <a:extLst>
                    <a:ext uri="{FF2B5EF4-FFF2-40B4-BE49-F238E27FC236}">
                      <a16:creationId xmlns:a16="http://schemas.microsoft.com/office/drawing/2014/main" id="{E9FA4AA0-5E1B-0AAC-97FC-3339A80683CA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7" name="Rectangle 676">
                  <a:extLst>
                    <a:ext uri="{FF2B5EF4-FFF2-40B4-BE49-F238E27FC236}">
                      <a16:creationId xmlns:a16="http://schemas.microsoft.com/office/drawing/2014/main" id="{793829B3-52DD-892E-5418-28EC0755CB17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8" name="Rectangle 677">
                  <a:extLst>
                    <a:ext uri="{FF2B5EF4-FFF2-40B4-BE49-F238E27FC236}">
                      <a16:creationId xmlns:a16="http://schemas.microsoft.com/office/drawing/2014/main" id="{19664CD4-8872-3B6E-F5C1-96484E67F591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9" name="Rectangle 678">
                  <a:extLst>
                    <a:ext uri="{FF2B5EF4-FFF2-40B4-BE49-F238E27FC236}">
                      <a16:creationId xmlns:a16="http://schemas.microsoft.com/office/drawing/2014/main" id="{58858054-6EE3-0F4C-1EBC-CC26F431FB1A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0" name="Rectangle 679">
                  <a:extLst>
                    <a:ext uri="{FF2B5EF4-FFF2-40B4-BE49-F238E27FC236}">
                      <a16:creationId xmlns:a16="http://schemas.microsoft.com/office/drawing/2014/main" id="{F4277E92-578B-3614-60F4-75B6580C371B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83" name="Group 582">
                <a:extLst>
                  <a:ext uri="{FF2B5EF4-FFF2-40B4-BE49-F238E27FC236}">
                    <a16:creationId xmlns:a16="http://schemas.microsoft.com/office/drawing/2014/main" id="{AEB1D5A7-2F64-F0CF-C28A-34902B69B310}"/>
                  </a:ext>
                </a:extLst>
              </p:cNvPr>
              <p:cNvGrpSpPr/>
              <p:nvPr/>
            </p:nvGrpSpPr>
            <p:grpSpPr>
              <a:xfrm>
                <a:off x="467360" y="0"/>
                <a:ext cx="233680" cy="7477760"/>
                <a:chOff x="0" y="0"/>
                <a:chExt cx="233680" cy="7477760"/>
              </a:xfrm>
            </p:grpSpPr>
            <p:sp>
              <p:nvSpPr>
                <p:cNvPr id="617" name="Rectangle 616">
                  <a:extLst>
                    <a:ext uri="{FF2B5EF4-FFF2-40B4-BE49-F238E27FC236}">
                      <a16:creationId xmlns:a16="http://schemas.microsoft.com/office/drawing/2014/main" id="{F77D232E-2240-1965-C990-302F5A4103B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8" name="Rectangle 617">
                  <a:extLst>
                    <a:ext uri="{FF2B5EF4-FFF2-40B4-BE49-F238E27FC236}">
                      <a16:creationId xmlns:a16="http://schemas.microsoft.com/office/drawing/2014/main" id="{3A8ECF78-60B3-F7EF-03C4-2D056719C5B9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9" name="Rectangle 618">
                  <a:extLst>
                    <a:ext uri="{FF2B5EF4-FFF2-40B4-BE49-F238E27FC236}">
                      <a16:creationId xmlns:a16="http://schemas.microsoft.com/office/drawing/2014/main" id="{F8AC5F5C-FC22-388B-4136-BD6FE23035CA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0" name="Rectangle 619">
                  <a:extLst>
                    <a:ext uri="{FF2B5EF4-FFF2-40B4-BE49-F238E27FC236}">
                      <a16:creationId xmlns:a16="http://schemas.microsoft.com/office/drawing/2014/main" id="{3DB5E07B-F5B2-0E1E-2116-D83FE6BFE43C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1" name="Rectangle 620">
                  <a:extLst>
                    <a:ext uri="{FF2B5EF4-FFF2-40B4-BE49-F238E27FC236}">
                      <a16:creationId xmlns:a16="http://schemas.microsoft.com/office/drawing/2014/main" id="{55066989-E126-C38C-9AEC-010A665A7D55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2" name="Rectangle 621">
                  <a:extLst>
                    <a:ext uri="{FF2B5EF4-FFF2-40B4-BE49-F238E27FC236}">
                      <a16:creationId xmlns:a16="http://schemas.microsoft.com/office/drawing/2014/main" id="{292B5E2B-6724-6D7F-BEEC-9870C54BA6AC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3" name="Rectangle 622">
                  <a:extLst>
                    <a:ext uri="{FF2B5EF4-FFF2-40B4-BE49-F238E27FC236}">
                      <a16:creationId xmlns:a16="http://schemas.microsoft.com/office/drawing/2014/main" id="{593AB024-AF1D-9016-DA2D-31738D2A31A3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4" name="Rectangle 623">
                  <a:extLst>
                    <a:ext uri="{FF2B5EF4-FFF2-40B4-BE49-F238E27FC236}">
                      <a16:creationId xmlns:a16="http://schemas.microsoft.com/office/drawing/2014/main" id="{F557A2D2-4A7C-8F49-5571-9023AA723B3E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5" name="Rectangle 624">
                  <a:extLst>
                    <a:ext uri="{FF2B5EF4-FFF2-40B4-BE49-F238E27FC236}">
                      <a16:creationId xmlns:a16="http://schemas.microsoft.com/office/drawing/2014/main" id="{FD68FD57-EECB-3BFC-FF75-51DAC3AD0503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6" name="Rectangle 625">
                  <a:extLst>
                    <a:ext uri="{FF2B5EF4-FFF2-40B4-BE49-F238E27FC236}">
                      <a16:creationId xmlns:a16="http://schemas.microsoft.com/office/drawing/2014/main" id="{7D83561F-2280-7F1C-A086-E532EB7259A4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7" name="Rectangle 626">
                  <a:extLst>
                    <a:ext uri="{FF2B5EF4-FFF2-40B4-BE49-F238E27FC236}">
                      <a16:creationId xmlns:a16="http://schemas.microsoft.com/office/drawing/2014/main" id="{89ECCC49-1EF8-62B3-3677-CF3D95C372C1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8" name="Rectangle 627">
                  <a:extLst>
                    <a:ext uri="{FF2B5EF4-FFF2-40B4-BE49-F238E27FC236}">
                      <a16:creationId xmlns:a16="http://schemas.microsoft.com/office/drawing/2014/main" id="{5515DC11-E254-8490-FCA9-D1D82F3AA9FA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29" name="Rectangle 628">
                  <a:extLst>
                    <a:ext uri="{FF2B5EF4-FFF2-40B4-BE49-F238E27FC236}">
                      <a16:creationId xmlns:a16="http://schemas.microsoft.com/office/drawing/2014/main" id="{9BC300D9-3B3B-28AE-27B1-200225E95974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0" name="Rectangle 629">
                  <a:extLst>
                    <a:ext uri="{FF2B5EF4-FFF2-40B4-BE49-F238E27FC236}">
                      <a16:creationId xmlns:a16="http://schemas.microsoft.com/office/drawing/2014/main" id="{8CCC5573-9E19-A1B0-F851-B364B478871A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1" name="Rectangle 630">
                  <a:extLst>
                    <a:ext uri="{FF2B5EF4-FFF2-40B4-BE49-F238E27FC236}">
                      <a16:creationId xmlns:a16="http://schemas.microsoft.com/office/drawing/2014/main" id="{3D00291A-5184-37C3-6315-E9D06D292178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2" name="Rectangle 631">
                  <a:extLst>
                    <a:ext uri="{FF2B5EF4-FFF2-40B4-BE49-F238E27FC236}">
                      <a16:creationId xmlns:a16="http://schemas.microsoft.com/office/drawing/2014/main" id="{4C35DDC6-39CA-AC11-2C7E-9D26CB0689AF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3" name="Rectangle 632">
                  <a:extLst>
                    <a:ext uri="{FF2B5EF4-FFF2-40B4-BE49-F238E27FC236}">
                      <a16:creationId xmlns:a16="http://schemas.microsoft.com/office/drawing/2014/main" id="{9222D032-B1C1-D070-6DA5-F94CAAA0CC84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4" name="Rectangle 633">
                  <a:extLst>
                    <a:ext uri="{FF2B5EF4-FFF2-40B4-BE49-F238E27FC236}">
                      <a16:creationId xmlns:a16="http://schemas.microsoft.com/office/drawing/2014/main" id="{A2D87965-614E-8F5F-0C0F-312F970E6D62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5" name="Rectangle 634">
                  <a:extLst>
                    <a:ext uri="{FF2B5EF4-FFF2-40B4-BE49-F238E27FC236}">
                      <a16:creationId xmlns:a16="http://schemas.microsoft.com/office/drawing/2014/main" id="{BD65DB6B-C426-EA32-9990-AEA08B91AB28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6" name="Rectangle 635">
                  <a:extLst>
                    <a:ext uri="{FF2B5EF4-FFF2-40B4-BE49-F238E27FC236}">
                      <a16:creationId xmlns:a16="http://schemas.microsoft.com/office/drawing/2014/main" id="{F3B251A7-4E25-E16D-E5D7-B8F0A193E9D4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7" name="Rectangle 636">
                  <a:extLst>
                    <a:ext uri="{FF2B5EF4-FFF2-40B4-BE49-F238E27FC236}">
                      <a16:creationId xmlns:a16="http://schemas.microsoft.com/office/drawing/2014/main" id="{B6B577BE-6414-2E85-FE8C-01E1933BECC4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8" name="Rectangle 637">
                  <a:extLst>
                    <a:ext uri="{FF2B5EF4-FFF2-40B4-BE49-F238E27FC236}">
                      <a16:creationId xmlns:a16="http://schemas.microsoft.com/office/drawing/2014/main" id="{33501A84-A56A-9F47-0FE6-62F1814BBCBE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9" name="Rectangle 638">
                  <a:extLst>
                    <a:ext uri="{FF2B5EF4-FFF2-40B4-BE49-F238E27FC236}">
                      <a16:creationId xmlns:a16="http://schemas.microsoft.com/office/drawing/2014/main" id="{FEEA08CE-782D-5576-5A76-9CB0B11269FD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0" name="Rectangle 639">
                  <a:extLst>
                    <a:ext uri="{FF2B5EF4-FFF2-40B4-BE49-F238E27FC236}">
                      <a16:creationId xmlns:a16="http://schemas.microsoft.com/office/drawing/2014/main" id="{202B9614-8E95-8957-26C5-30F379925072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1" name="Rectangle 640">
                  <a:extLst>
                    <a:ext uri="{FF2B5EF4-FFF2-40B4-BE49-F238E27FC236}">
                      <a16:creationId xmlns:a16="http://schemas.microsoft.com/office/drawing/2014/main" id="{3E0409C1-227D-95EB-8FD9-E1163BF61DB9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2" name="Rectangle 641">
                  <a:extLst>
                    <a:ext uri="{FF2B5EF4-FFF2-40B4-BE49-F238E27FC236}">
                      <a16:creationId xmlns:a16="http://schemas.microsoft.com/office/drawing/2014/main" id="{6F77C5FA-19CE-534C-E488-652ECE594115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3" name="Rectangle 642">
                  <a:extLst>
                    <a:ext uri="{FF2B5EF4-FFF2-40B4-BE49-F238E27FC236}">
                      <a16:creationId xmlns:a16="http://schemas.microsoft.com/office/drawing/2014/main" id="{32C588A2-F4F3-675D-1FAE-BA753F09DFE7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4" name="Rectangle 643">
                  <a:extLst>
                    <a:ext uri="{FF2B5EF4-FFF2-40B4-BE49-F238E27FC236}">
                      <a16:creationId xmlns:a16="http://schemas.microsoft.com/office/drawing/2014/main" id="{F2457D9A-456C-CF75-9221-65A04318659D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5" name="Rectangle 644">
                  <a:extLst>
                    <a:ext uri="{FF2B5EF4-FFF2-40B4-BE49-F238E27FC236}">
                      <a16:creationId xmlns:a16="http://schemas.microsoft.com/office/drawing/2014/main" id="{75DBE3F0-D1FD-24A2-8366-F1A77175982C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6" name="Rectangle 645">
                  <a:extLst>
                    <a:ext uri="{FF2B5EF4-FFF2-40B4-BE49-F238E27FC236}">
                      <a16:creationId xmlns:a16="http://schemas.microsoft.com/office/drawing/2014/main" id="{DAEECAFF-C551-843A-9EB3-3E51F61203AC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7" name="Rectangle 646">
                  <a:extLst>
                    <a:ext uri="{FF2B5EF4-FFF2-40B4-BE49-F238E27FC236}">
                      <a16:creationId xmlns:a16="http://schemas.microsoft.com/office/drawing/2014/main" id="{3002B90D-0674-89F2-1C16-4888A5BB7C6C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48" name="Rectangle 647">
                  <a:extLst>
                    <a:ext uri="{FF2B5EF4-FFF2-40B4-BE49-F238E27FC236}">
                      <a16:creationId xmlns:a16="http://schemas.microsoft.com/office/drawing/2014/main" id="{0ED65CFA-6AE5-FE60-4ADC-4785A465AD40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84" name="Group 583">
                <a:extLst>
                  <a:ext uri="{FF2B5EF4-FFF2-40B4-BE49-F238E27FC236}">
                    <a16:creationId xmlns:a16="http://schemas.microsoft.com/office/drawing/2014/main" id="{B06C4760-4C13-209F-45ED-B61EF08EA795}"/>
                  </a:ext>
                </a:extLst>
              </p:cNvPr>
              <p:cNvGrpSpPr/>
              <p:nvPr/>
            </p:nvGrpSpPr>
            <p:grpSpPr>
              <a:xfrm>
                <a:off x="701040" y="0"/>
                <a:ext cx="233680" cy="7477760"/>
                <a:chOff x="0" y="0"/>
                <a:chExt cx="233680" cy="7477760"/>
              </a:xfrm>
            </p:grpSpPr>
            <p:sp>
              <p:nvSpPr>
                <p:cNvPr id="585" name="Rectangle 584">
                  <a:extLst>
                    <a:ext uri="{FF2B5EF4-FFF2-40B4-BE49-F238E27FC236}">
                      <a16:creationId xmlns:a16="http://schemas.microsoft.com/office/drawing/2014/main" id="{D913564F-83D8-7271-AED5-75A7F0D93FD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6" name="Rectangle 585">
                  <a:extLst>
                    <a:ext uri="{FF2B5EF4-FFF2-40B4-BE49-F238E27FC236}">
                      <a16:creationId xmlns:a16="http://schemas.microsoft.com/office/drawing/2014/main" id="{185E97CB-1E43-3548-4D17-14E9152793CF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7" name="Rectangle 586">
                  <a:extLst>
                    <a:ext uri="{FF2B5EF4-FFF2-40B4-BE49-F238E27FC236}">
                      <a16:creationId xmlns:a16="http://schemas.microsoft.com/office/drawing/2014/main" id="{379DA9FA-BBB8-FEEF-0892-A89A370E74C1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8" name="Rectangle 587">
                  <a:extLst>
                    <a:ext uri="{FF2B5EF4-FFF2-40B4-BE49-F238E27FC236}">
                      <a16:creationId xmlns:a16="http://schemas.microsoft.com/office/drawing/2014/main" id="{8BE060D6-F070-1F42-8B5E-CFC7E2B45CD2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9" name="Rectangle 588">
                  <a:extLst>
                    <a:ext uri="{FF2B5EF4-FFF2-40B4-BE49-F238E27FC236}">
                      <a16:creationId xmlns:a16="http://schemas.microsoft.com/office/drawing/2014/main" id="{1945C4A8-3737-5159-8904-04B9EF26AFCB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0" name="Rectangle 589">
                  <a:extLst>
                    <a:ext uri="{FF2B5EF4-FFF2-40B4-BE49-F238E27FC236}">
                      <a16:creationId xmlns:a16="http://schemas.microsoft.com/office/drawing/2014/main" id="{CA8FDA29-E75F-47D6-35F1-5CC4CFAA0B18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1" name="Rectangle 590">
                  <a:extLst>
                    <a:ext uri="{FF2B5EF4-FFF2-40B4-BE49-F238E27FC236}">
                      <a16:creationId xmlns:a16="http://schemas.microsoft.com/office/drawing/2014/main" id="{ADD27B90-4108-BC08-15A4-E04B5F3930F6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2" name="Rectangle 591">
                  <a:extLst>
                    <a:ext uri="{FF2B5EF4-FFF2-40B4-BE49-F238E27FC236}">
                      <a16:creationId xmlns:a16="http://schemas.microsoft.com/office/drawing/2014/main" id="{18D57039-41D1-1E45-A438-43950844A653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3" name="Rectangle 592">
                  <a:extLst>
                    <a:ext uri="{FF2B5EF4-FFF2-40B4-BE49-F238E27FC236}">
                      <a16:creationId xmlns:a16="http://schemas.microsoft.com/office/drawing/2014/main" id="{1E2BEA40-2617-BF8C-726A-3AB597ABB533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4" name="Rectangle 593">
                  <a:extLst>
                    <a:ext uri="{FF2B5EF4-FFF2-40B4-BE49-F238E27FC236}">
                      <a16:creationId xmlns:a16="http://schemas.microsoft.com/office/drawing/2014/main" id="{DEEA6398-0FDB-1AB1-CF15-709ADFD7E231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5" name="Rectangle 594">
                  <a:extLst>
                    <a:ext uri="{FF2B5EF4-FFF2-40B4-BE49-F238E27FC236}">
                      <a16:creationId xmlns:a16="http://schemas.microsoft.com/office/drawing/2014/main" id="{7F527D8D-B1DB-4D3A-3E57-DB5960851502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6" name="Rectangle 595">
                  <a:extLst>
                    <a:ext uri="{FF2B5EF4-FFF2-40B4-BE49-F238E27FC236}">
                      <a16:creationId xmlns:a16="http://schemas.microsoft.com/office/drawing/2014/main" id="{F49022DC-E7DD-5C11-0C6C-D481ADDA7093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7" name="Rectangle 596">
                  <a:extLst>
                    <a:ext uri="{FF2B5EF4-FFF2-40B4-BE49-F238E27FC236}">
                      <a16:creationId xmlns:a16="http://schemas.microsoft.com/office/drawing/2014/main" id="{53DF7206-D282-6F88-C7B2-DE9CA852C4BF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8" name="Rectangle 597">
                  <a:extLst>
                    <a:ext uri="{FF2B5EF4-FFF2-40B4-BE49-F238E27FC236}">
                      <a16:creationId xmlns:a16="http://schemas.microsoft.com/office/drawing/2014/main" id="{9E003B73-D442-FA55-186D-449334E19B66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9" name="Rectangle 598">
                  <a:extLst>
                    <a:ext uri="{FF2B5EF4-FFF2-40B4-BE49-F238E27FC236}">
                      <a16:creationId xmlns:a16="http://schemas.microsoft.com/office/drawing/2014/main" id="{D19A9F63-9561-AA04-8816-CFEB143448A6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0" name="Rectangle 599">
                  <a:extLst>
                    <a:ext uri="{FF2B5EF4-FFF2-40B4-BE49-F238E27FC236}">
                      <a16:creationId xmlns:a16="http://schemas.microsoft.com/office/drawing/2014/main" id="{8DFC733E-028E-4DA5-FC53-140D74DCC891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1" name="Rectangle 600">
                  <a:extLst>
                    <a:ext uri="{FF2B5EF4-FFF2-40B4-BE49-F238E27FC236}">
                      <a16:creationId xmlns:a16="http://schemas.microsoft.com/office/drawing/2014/main" id="{F8BA49EA-9A24-C0F1-A063-BD431E09F805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2" name="Rectangle 601">
                  <a:extLst>
                    <a:ext uri="{FF2B5EF4-FFF2-40B4-BE49-F238E27FC236}">
                      <a16:creationId xmlns:a16="http://schemas.microsoft.com/office/drawing/2014/main" id="{FD769F3F-BE3C-0B48-EB4F-CCBC9FEB9F87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3" name="Rectangle 602">
                  <a:extLst>
                    <a:ext uri="{FF2B5EF4-FFF2-40B4-BE49-F238E27FC236}">
                      <a16:creationId xmlns:a16="http://schemas.microsoft.com/office/drawing/2014/main" id="{0C8D5A37-16DD-1DD2-6509-ACB64685EE3D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4" name="Rectangle 603">
                  <a:extLst>
                    <a:ext uri="{FF2B5EF4-FFF2-40B4-BE49-F238E27FC236}">
                      <a16:creationId xmlns:a16="http://schemas.microsoft.com/office/drawing/2014/main" id="{54980E11-82AF-96B2-C7F9-ED7A12C57BFF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5" name="Rectangle 604">
                  <a:extLst>
                    <a:ext uri="{FF2B5EF4-FFF2-40B4-BE49-F238E27FC236}">
                      <a16:creationId xmlns:a16="http://schemas.microsoft.com/office/drawing/2014/main" id="{59DB796E-9122-F620-23D2-7E7BC8ED28E7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6" name="Rectangle 605">
                  <a:extLst>
                    <a:ext uri="{FF2B5EF4-FFF2-40B4-BE49-F238E27FC236}">
                      <a16:creationId xmlns:a16="http://schemas.microsoft.com/office/drawing/2014/main" id="{2EFE933E-3595-9206-8B74-019282A7EAA9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7" name="Rectangle 606">
                  <a:extLst>
                    <a:ext uri="{FF2B5EF4-FFF2-40B4-BE49-F238E27FC236}">
                      <a16:creationId xmlns:a16="http://schemas.microsoft.com/office/drawing/2014/main" id="{CEF1A68D-3906-0EB4-C356-A818C50760FC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8" name="Rectangle 607">
                  <a:extLst>
                    <a:ext uri="{FF2B5EF4-FFF2-40B4-BE49-F238E27FC236}">
                      <a16:creationId xmlns:a16="http://schemas.microsoft.com/office/drawing/2014/main" id="{D5A9FF96-BB74-266A-C41E-A09F1E48CFDB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9" name="Rectangle 608">
                  <a:extLst>
                    <a:ext uri="{FF2B5EF4-FFF2-40B4-BE49-F238E27FC236}">
                      <a16:creationId xmlns:a16="http://schemas.microsoft.com/office/drawing/2014/main" id="{EEF23261-0F56-3FB0-CA67-6C78DCF74893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0" name="Rectangle 609">
                  <a:extLst>
                    <a:ext uri="{FF2B5EF4-FFF2-40B4-BE49-F238E27FC236}">
                      <a16:creationId xmlns:a16="http://schemas.microsoft.com/office/drawing/2014/main" id="{289EDF33-69E7-9568-CFED-3ACA143C1D57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1" name="Rectangle 610">
                  <a:extLst>
                    <a:ext uri="{FF2B5EF4-FFF2-40B4-BE49-F238E27FC236}">
                      <a16:creationId xmlns:a16="http://schemas.microsoft.com/office/drawing/2014/main" id="{2E278A26-7FEE-D945-9FD0-6CAD0E0240A5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2" name="Rectangle 611">
                  <a:extLst>
                    <a:ext uri="{FF2B5EF4-FFF2-40B4-BE49-F238E27FC236}">
                      <a16:creationId xmlns:a16="http://schemas.microsoft.com/office/drawing/2014/main" id="{CCA890EE-009A-0B32-FC70-BE13BE3B8443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3" name="Rectangle 612">
                  <a:extLst>
                    <a:ext uri="{FF2B5EF4-FFF2-40B4-BE49-F238E27FC236}">
                      <a16:creationId xmlns:a16="http://schemas.microsoft.com/office/drawing/2014/main" id="{AFB68A28-1F31-9A68-29C3-AAD0CCC938E5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4" name="Rectangle 613">
                  <a:extLst>
                    <a:ext uri="{FF2B5EF4-FFF2-40B4-BE49-F238E27FC236}">
                      <a16:creationId xmlns:a16="http://schemas.microsoft.com/office/drawing/2014/main" id="{6BAFE603-B8EE-457E-BB6C-8B216B569693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5" name="Rectangle 614">
                  <a:extLst>
                    <a:ext uri="{FF2B5EF4-FFF2-40B4-BE49-F238E27FC236}">
                      <a16:creationId xmlns:a16="http://schemas.microsoft.com/office/drawing/2014/main" id="{2F59658B-D557-8675-3211-7E44B367B7B2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16" name="Rectangle 615">
                  <a:extLst>
                    <a:ext uri="{FF2B5EF4-FFF2-40B4-BE49-F238E27FC236}">
                      <a16:creationId xmlns:a16="http://schemas.microsoft.com/office/drawing/2014/main" id="{12E6A32E-07B4-A29F-3849-B18F73BA405E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713" name="Group 712">
              <a:extLst>
                <a:ext uri="{FF2B5EF4-FFF2-40B4-BE49-F238E27FC236}">
                  <a16:creationId xmlns:a16="http://schemas.microsoft.com/office/drawing/2014/main" id="{8E56EE92-DE5B-AEC8-36DA-1A424481A3B8}"/>
                </a:ext>
              </a:extLst>
            </p:cNvPr>
            <p:cNvGrpSpPr/>
            <p:nvPr/>
          </p:nvGrpSpPr>
          <p:grpSpPr>
            <a:xfrm>
              <a:off x="1869440" y="0"/>
              <a:ext cx="934720" cy="7477760"/>
              <a:chOff x="0" y="0"/>
              <a:chExt cx="934720" cy="7477760"/>
            </a:xfrm>
          </p:grpSpPr>
          <p:grpSp>
            <p:nvGrpSpPr>
              <p:cNvPr id="714" name="Group 713">
                <a:extLst>
                  <a:ext uri="{FF2B5EF4-FFF2-40B4-BE49-F238E27FC236}">
                    <a16:creationId xmlns:a16="http://schemas.microsoft.com/office/drawing/2014/main" id="{4D51639D-AC8D-7B29-D665-74C7C0B1011A}"/>
                  </a:ext>
                </a:extLst>
              </p:cNvPr>
              <p:cNvGrpSpPr/>
              <p:nvPr/>
            </p:nvGrpSpPr>
            <p:grpSpPr>
              <a:xfrm>
                <a:off x="0" y="0"/>
                <a:ext cx="233680" cy="7477760"/>
                <a:chOff x="0" y="0"/>
                <a:chExt cx="233680" cy="7477760"/>
              </a:xfrm>
            </p:grpSpPr>
            <p:sp>
              <p:nvSpPr>
                <p:cNvPr id="814" name="Rectangle 813">
                  <a:extLst>
                    <a:ext uri="{FF2B5EF4-FFF2-40B4-BE49-F238E27FC236}">
                      <a16:creationId xmlns:a16="http://schemas.microsoft.com/office/drawing/2014/main" id="{697AFD12-864E-E831-18D5-207D1B89274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5" name="Rectangle 814">
                  <a:extLst>
                    <a:ext uri="{FF2B5EF4-FFF2-40B4-BE49-F238E27FC236}">
                      <a16:creationId xmlns:a16="http://schemas.microsoft.com/office/drawing/2014/main" id="{61A33FBF-2F78-9B8D-15C0-AD7AF50206E8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6" name="Rectangle 815">
                  <a:extLst>
                    <a:ext uri="{FF2B5EF4-FFF2-40B4-BE49-F238E27FC236}">
                      <a16:creationId xmlns:a16="http://schemas.microsoft.com/office/drawing/2014/main" id="{D5FD961C-1AAB-8050-8EE8-0865273A774D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7" name="Rectangle 816">
                  <a:extLst>
                    <a:ext uri="{FF2B5EF4-FFF2-40B4-BE49-F238E27FC236}">
                      <a16:creationId xmlns:a16="http://schemas.microsoft.com/office/drawing/2014/main" id="{754F9FCC-C9C4-A2EA-30E0-23D1303DAEC7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8" name="Rectangle 817">
                  <a:extLst>
                    <a:ext uri="{FF2B5EF4-FFF2-40B4-BE49-F238E27FC236}">
                      <a16:creationId xmlns:a16="http://schemas.microsoft.com/office/drawing/2014/main" id="{32CDDF28-BCD9-EEC9-01BD-198F41DBBC22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9" name="Rectangle 818">
                  <a:extLst>
                    <a:ext uri="{FF2B5EF4-FFF2-40B4-BE49-F238E27FC236}">
                      <a16:creationId xmlns:a16="http://schemas.microsoft.com/office/drawing/2014/main" id="{B4996D07-264E-DDA6-9BA0-2204643A2E6E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0" name="Rectangle 819">
                  <a:extLst>
                    <a:ext uri="{FF2B5EF4-FFF2-40B4-BE49-F238E27FC236}">
                      <a16:creationId xmlns:a16="http://schemas.microsoft.com/office/drawing/2014/main" id="{C4B9B1BA-AE07-EBB7-B15E-61DA6A48BE54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1" name="Rectangle 820">
                  <a:extLst>
                    <a:ext uri="{FF2B5EF4-FFF2-40B4-BE49-F238E27FC236}">
                      <a16:creationId xmlns:a16="http://schemas.microsoft.com/office/drawing/2014/main" id="{871127F4-6471-98D8-2D8E-E041C7ABBBA1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2" name="Rectangle 821">
                  <a:extLst>
                    <a:ext uri="{FF2B5EF4-FFF2-40B4-BE49-F238E27FC236}">
                      <a16:creationId xmlns:a16="http://schemas.microsoft.com/office/drawing/2014/main" id="{838DD404-8016-D3A0-0EFF-94FF2A7CD28D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3" name="Rectangle 822">
                  <a:extLst>
                    <a:ext uri="{FF2B5EF4-FFF2-40B4-BE49-F238E27FC236}">
                      <a16:creationId xmlns:a16="http://schemas.microsoft.com/office/drawing/2014/main" id="{579699E3-D3CF-93E3-7A5C-29FA4BDE05AF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4" name="Rectangle 823">
                  <a:extLst>
                    <a:ext uri="{FF2B5EF4-FFF2-40B4-BE49-F238E27FC236}">
                      <a16:creationId xmlns:a16="http://schemas.microsoft.com/office/drawing/2014/main" id="{25020996-23BC-BA7A-8B97-C8FEDE97BF2F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5" name="Rectangle 824">
                  <a:extLst>
                    <a:ext uri="{FF2B5EF4-FFF2-40B4-BE49-F238E27FC236}">
                      <a16:creationId xmlns:a16="http://schemas.microsoft.com/office/drawing/2014/main" id="{4ABD99D6-BAB5-0AD0-614C-068875246B5A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6" name="Rectangle 825">
                  <a:extLst>
                    <a:ext uri="{FF2B5EF4-FFF2-40B4-BE49-F238E27FC236}">
                      <a16:creationId xmlns:a16="http://schemas.microsoft.com/office/drawing/2014/main" id="{74229FBE-6D48-89BE-938C-A24EA7D34BA7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7" name="Rectangle 826">
                  <a:extLst>
                    <a:ext uri="{FF2B5EF4-FFF2-40B4-BE49-F238E27FC236}">
                      <a16:creationId xmlns:a16="http://schemas.microsoft.com/office/drawing/2014/main" id="{6C1149C5-C25D-89C1-BC56-A5751A7BCE34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8" name="Rectangle 827">
                  <a:extLst>
                    <a:ext uri="{FF2B5EF4-FFF2-40B4-BE49-F238E27FC236}">
                      <a16:creationId xmlns:a16="http://schemas.microsoft.com/office/drawing/2014/main" id="{F8AAA504-0314-5D60-D0B6-50044AAC45A4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9" name="Rectangle 828">
                  <a:extLst>
                    <a:ext uri="{FF2B5EF4-FFF2-40B4-BE49-F238E27FC236}">
                      <a16:creationId xmlns:a16="http://schemas.microsoft.com/office/drawing/2014/main" id="{9B8289C8-3398-9111-BEE8-2FB0CDF9B97F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0" name="Rectangle 829">
                  <a:extLst>
                    <a:ext uri="{FF2B5EF4-FFF2-40B4-BE49-F238E27FC236}">
                      <a16:creationId xmlns:a16="http://schemas.microsoft.com/office/drawing/2014/main" id="{5FD4A2AE-906F-B249-9D70-ECCE7FFEF7AB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1" name="Rectangle 830">
                  <a:extLst>
                    <a:ext uri="{FF2B5EF4-FFF2-40B4-BE49-F238E27FC236}">
                      <a16:creationId xmlns:a16="http://schemas.microsoft.com/office/drawing/2014/main" id="{69DBB0C8-5E0D-9778-2B65-DAC1E54AF808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2" name="Rectangle 831">
                  <a:extLst>
                    <a:ext uri="{FF2B5EF4-FFF2-40B4-BE49-F238E27FC236}">
                      <a16:creationId xmlns:a16="http://schemas.microsoft.com/office/drawing/2014/main" id="{72F1082C-1C51-2246-7FBC-F6A577C521C2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3" name="Rectangle 832">
                  <a:extLst>
                    <a:ext uri="{FF2B5EF4-FFF2-40B4-BE49-F238E27FC236}">
                      <a16:creationId xmlns:a16="http://schemas.microsoft.com/office/drawing/2014/main" id="{B3687CAA-5312-E153-1276-2039CC0F3F37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4" name="Rectangle 833">
                  <a:extLst>
                    <a:ext uri="{FF2B5EF4-FFF2-40B4-BE49-F238E27FC236}">
                      <a16:creationId xmlns:a16="http://schemas.microsoft.com/office/drawing/2014/main" id="{CB42D3BF-575C-9B2F-2EEF-BDD83FF31EDF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5" name="Rectangle 834">
                  <a:extLst>
                    <a:ext uri="{FF2B5EF4-FFF2-40B4-BE49-F238E27FC236}">
                      <a16:creationId xmlns:a16="http://schemas.microsoft.com/office/drawing/2014/main" id="{96E851D3-FB1F-92AF-F4DA-420F0AE6790A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6" name="Rectangle 835">
                  <a:extLst>
                    <a:ext uri="{FF2B5EF4-FFF2-40B4-BE49-F238E27FC236}">
                      <a16:creationId xmlns:a16="http://schemas.microsoft.com/office/drawing/2014/main" id="{DE490655-F013-1B6A-7603-3F46B18FA92D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7" name="Rectangle 836">
                  <a:extLst>
                    <a:ext uri="{FF2B5EF4-FFF2-40B4-BE49-F238E27FC236}">
                      <a16:creationId xmlns:a16="http://schemas.microsoft.com/office/drawing/2014/main" id="{A85E754F-757C-9718-C0C1-38CA451AFD51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8" name="Rectangle 837">
                  <a:extLst>
                    <a:ext uri="{FF2B5EF4-FFF2-40B4-BE49-F238E27FC236}">
                      <a16:creationId xmlns:a16="http://schemas.microsoft.com/office/drawing/2014/main" id="{01657185-0CF6-84E9-DA27-597A11D9AEDB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9" name="Rectangle 838">
                  <a:extLst>
                    <a:ext uri="{FF2B5EF4-FFF2-40B4-BE49-F238E27FC236}">
                      <a16:creationId xmlns:a16="http://schemas.microsoft.com/office/drawing/2014/main" id="{CBFD7FB9-1981-A15F-EBCA-3D08C94CA8A8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0" name="Rectangle 839">
                  <a:extLst>
                    <a:ext uri="{FF2B5EF4-FFF2-40B4-BE49-F238E27FC236}">
                      <a16:creationId xmlns:a16="http://schemas.microsoft.com/office/drawing/2014/main" id="{32E260EA-F8BF-AE71-DF58-F723046E50C4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1" name="Rectangle 840">
                  <a:extLst>
                    <a:ext uri="{FF2B5EF4-FFF2-40B4-BE49-F238E27FC236}">
                      <a16:creationId xmlns:a16="http://schemas.microsoft.com/office/drawing/2014/main" id="{A3470F5A-5800-C389-6274-0B8E208FADDB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2" name="Rectangle 841">
                  <a:extLst>
                    <a:ext uri="{FF2B5EF4-FFF2-40B4-BE49-F238E27FC236}">
                      <a16:creationId xmlns:a16="http://schemas.microsoft.com/office/drawing/2014/main" id="{6457C2FC-BBDE-A384-482C-6E0BD011F555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3" name="Rectangle 842">
                  <a:extLst>
                    <a:ext uri="{FF2B5EF4-FFF2-40B4-BE49-F238E27FC236}">
                      <a16:creationId xmlns:a16="http://schemas.microsoft.com/office/drawing/2014/main" id="{70A7F697-692E-910E-C0BE-C2AAB7A1EE01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4" name="Rectangle 843">
                  <a:extLst>
                    <a:ext uri="{FF2B5EF4-FFF2-40B4-BE49-F238E27FC236}">
                      <a16:creationId xmlns:a16="http://schemas.microsoft.com/office/drawing/2014/main" id="{0CA9EFC9-8072-7F02-796A-A8FB2EE52B63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5" name="Rectangle 844">
                  <a:extLst>
                    <a:ext uri="{FF2B5EF4-FFF2-40B4-BE49-F238E27FC236}">
                      <a16:creationId xmlns:a16="http://schemas.microsoft.com/office/drawing/2014/main" id="{BE3909F4-4B91-80CE-BC14-58EF7BA7B696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5" name="Group 714">
                <a:extLst>
                  <a:ext uri="{FF2B5EF4-FFF2-40B4-BE49-F238E27FC236}">
                    <a16:creationId xmlns:a16="http://schemas.microsoft.com/office/drawing/2014/main" id="{02AC0A5A-7A8D-3487-A633-96B7BBD10A54}"/>
                  </a:ext>
                </a:extLst>
              </p:cNvPr>
              <p:cNvGrpSpPr/>
              <p:nvPr/>
            </p:nvGrpSpPr>
            <p:grpSpPr>
              <a:xfrm>
                <a:off x="233680" y="0"/>
                <a:ext cx="233680" cy="7477760"/>
                <a:chOff x="0" y="0"/>
                <a:chExt cx="233680" cy="7477760"/>
              </a:xfrm>
            </p:grpSpPr>
            <p:sp>
              <p:nvSpPr>
                <p:cNvPr id="782" name="Rectangle 781">
                  <a:extLst>
                    <a:ext uri="{FF2B5EF4-FFF2-40B4-BE49-F238E27FC236}">
                      <a16:creationId xmlns:a16="http://schemas.microsoft.com/office/drawing/2014/main" id="{70389870-FCC2-DB1D-5B94-462C088BF9C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3" name="Rectangle 782">
                  <a:extLst>
                    <a:ext uri="{FF2B5EF4-FFF2-40B4-BE49-F238E27FC236}">
                      <a16:creationId xmlns:a16="http://schemas.microsoft.com/office/drawing/2014/main" id="{EE6E467D-3AFC-F9A9-256A-EFA70998EF43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4" name="Rectangle 783">
                  <a:extLst>
                    <a:ext uri="{FF2B5EF4-FFF2-40B4-BE49-F238E27FC236}">
                      <a16:creationId xmlns:a16="http://schemas.microsoft.com/office/drawing/2014/main" id="{46E13B46-9CF9-CAED-A72C-81189C2ADFE5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5" name="Rectangle 784">
                  <a:extLst>
                    <a:ext uri="{FF2B5EF4-FFF2-40B4-BE49-F238E27FC236}">
                      <a16:creationId xmlns:a16="http://schemas.microsoft.com/office/drawing/2014/main" id="{F72E4CEC-470D-4E77-18AA-50126A099591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6" name="Rectangle 785">
                  <a:extLst>
                    <a:ext uri="{FF2B5EF4-FFF2-40B4-BE49-F238E27FC236}">
                      <a16:creationId xmlns:a16="http://schemas.microsoft.com/office/drawing/2014/main" id="{4B8C8D21-3CB7-09B6-B517-74B22DD4D445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7" name="Rectangle 786">
                  <a:extLst>
                    <a:ext uri="{FF2B5EF4-FFF2-40B4-BE49-F238E27FC236}">
                      <a16:creationId xmlns:a16="http://schemas.microsoft.com/office/drawing/2014/main" id="{5CA163B0-8AA7-10DE-CD38-775A76C5EDA6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8" name="Rectangle 787">
                  <a:extLst>
                    <a:ext uri="{FF2B5EF4-FFF2-40B4-BE49-F238E27FC236}">
                      <a16:creationId xmlns:a16="http://schemas.microsoft.com/office/drawing/2014/main" id="{12DFEA64-E67A-4045-B687-E736EE60A7A4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9" name="Rectangle 788">
                  <a:extLst>
                    <a:ext uri="{FF2B5EF4-FFF2-40B4-BE49-F238E27FC236}">
                      <a16:creationId xmlns:a16="http://schemas.microsoft.com/office/drawing/2014/main" id="{DEF86217-B035-0566-F6B5-352C151D04D1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0" name="Rectangle 789">
                  <a:extLst>
                    <a:ext uri="{FF2B5EF4-FFF2-40B4-BE49-F238E27FC236}">
                      <a16:creationId xmlns:a16="http://schemas.microsoft.com/office/drawing/2014/main" id="{8334BAC9-FCE4-26A9-8036-FB1CF9A7D2BE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1" name="Rectangle 790">
                  <a:extLst>
                    <a:ext uri="{FF2B5EF4-FFF2-40B4-BE49-F238E27FC236}">
                      <a16:creationId xmlns:a16="http://schemas.microsoft.com/office/drawing/2014/main" id="{BA826C77-C35C-E53F-79C0-AEB5EAC32A37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2" name="Rectangle 791">
                  <a:extLst>
                    <a:ext uri="{FF2B5EF4-FFF2-40B4-BE49-F238E27FC236}">
                      <a16:creationId xmlns:a16="http://schemas.microsoft.com/office/drawing/2014/main" id="{54351C56-4695-56C7-036D-4EFE30AB7DAF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3" name="Rectangle 792">
                  <a:extLst>
                    <a:ext uri="{FF2B5EF4-FFF2-40B4-BE49-F238E27FC236}">
                      <a16:creationId xmlns:a16="http://schemas.microsoft.com/office/drawing/2014/main" id="{AAC98EE0-1D67-E5C3-0057-4BA94C140CDE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4" name="Rectangle 793">
                  <a:extLst>
                    <a:ext uri="{FF2B5EF4-FFF2-40B4-BE49-F238E27FC236}">
                      <a16:creationId xmlns:a16="http://schemas.microsoft.com/office/drawing/2014/main" id="{85546195-5C84-F505-87D4-F632AA763DAC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5" name="Rectangle 794">
                  <a:extLst>
                    <a:ext uri="{FF2B5EF4-FFF2-40B4-BE49-F238E27FC236}">
                      <a16:creationId xmlns:a16="http://schemas.microsoft.com/office/drawing/2014/main" id="{38714E65-461B-EDB8-DB9B-5F30F49B30CB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6" name="Rectangle 795">
                  <a:extLst>
                    <a:ext uri="{FF2B5EF4-FFF2-40B4-BE49-F238E27FC236}">
                      <a16:creationId xmlns:a16="http://schemas.microsoft.com/office/drawing/2014/main" id="{360F0D6B-A06F-B430-0052-10DCE052DFC9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7" name="Rectangle 796">
                  <a:extLst>
                    <a:ext uri="{FF2B5EF4-FFF2-40B4-BE49-F238E27FC236}">
                      <a16:creationId xmlns:a16="http://schemas.microsoft.com/office/drawing/2014/main" id="{DD47AF23-EDAD-7492-13A3-D6253BF1EC3D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8" name="Rectangle 797">
                  <a:extLst>
                    <a:ext uri="{FF2B5EF4-FFF2-40B4-BE49-F238E27FC236}">
                      <a16:creationId xmlns:a16="http://schemas.microsoft.com/office/drawing/2014/main" id="{AC4AC01D-C45D-FBA6-F529-F519F990D22D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9" name="Rectangle 798">
                  <a:extLst>
                    <a:ext uri="{FF2B5EF4-FFF2-40B4-BE49-F238E27FC236}">
                      <a16:creationId xmlns:a16="http://schemas.microsoft.com/office/drawing/2014/main" id="{546F580F-7899-B948-F009-BC686264C152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0" name="Rectangle 799">
                  <a:extLst>
                    <a:ext uri="{FF2B5EF4-FFF2-40B4-BE49-F238E27FC236}">
                      <a16:creationId xmlns:a16="http://schemas.microsoft.com/office/drawing/2014/main" id="{B9E28E74-3E7E-DA73-763B-14EEBA7F1FC7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1" name="Rectangle 800">
                  <a:extLst>
                    <a:ext uri="{FF2B5EF4-FFF2-40B4-BE49-F238E27FC236}">
                      <a16:creationId xmlns:a16="http://schemas.microsoft.com/office/drawing/2014/main" id="{47F34976-E1D8-6F71-6054-921F6A395976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2" name="Rectangle 801">
                  <a:extLst>
                    <a:ext uri="{FF2B5EF4-FFF2-40B4-BE49-F238E27FC236}">
                      <a16:creationId xmlns:a16="http://schemas.microsoft.com/office/drawing/2014/main" id="{65F8A3B0-A57D-EF3F-A787-DDF7E46381DB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3" name="Rectangle 802">
                  <a:extLst>
                    <a:ext uri="{FF2B5EF4-FFF2-40B4-BE49-F238E27FC236}">
                      <a16:creationId xmlns:a16="http://schemas.microsoft.com/office/drawing/2014/main" id="{9BD73A94-5BBE-874F-EE73-885DB28EF5B0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4" name="Rectangle 803">
                  <a:extLst>
                    <a:ext uri="{FF2B5EF4-FFF2-40B4-BE49-F238E27FC236}">
                      <a16:creationId xmlns:a16="http://schemas.microsoft.com/office/drawing/2014/main" id="{99872AEA-C064-9C35-FDEE-FC8B2B5A77BF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5" name="Rectangle 804">
                  <a:extLst>
                    <a:ext uri="{FF2B5EF4-FFF2-40B4-BE49-F238E27FC236}">
                      <a16:creationId xmlns:a16="http://schemas.microsoft.com/office/drawing/2014/main" id="{4709B46E-C1C4-FF36-0703-5EF231479A43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6" name="Rectangle 805">
                  <a:extLst>
                    <a:ext uri="{FF2B5EF4-FFF2-40B4-BE49-F238E27FC236}">
                      <a16:creationId xmlns:a16="http://schemas.microsoft.com/office/drawing/2014/main" id="{1D0E5168-5AE0-8233-E4A4-A28D06F6BC91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7" name="Rectangle 806">
                  <a:extLst>
                    <a:ext uri="{FF2B5EF4-FFF2-40B4-BE49-F238E27FC236}">
                      <a16:creationId xmlns:a16="http://schemas.microsoft.com/office/drawing/2014/main" id="{7ECF144E-23F5-BB95-8FDE-BC6778EE772E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8" name="Rectangle 807">
                  <a:extLst>
                    <a:ext uri="{FF2B5EF4-FFF2-40B4-BE49-F238E27FC236}">
                      <a16:creationId xmlns:a16="http://schemas.microsoft.com/office/drawing/2014/main" id="{AC63EE13-2D4D-AFD0-FDE7-42F6CED984EC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9" name="Rectangle 808">
                  <a:extLst>
                    <a:ext uri="{FF2B5EF4-FFF2-40B4-BE49-F238E27FC236}">
                      <a16:creationId xmlns:a16="http://schemas.microsoft.com/office/drawing/2014/main" id="{066D596C-E922-A274-CBE8-284A2E5C69EB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0" name="Rectangle 809">
                  <a:extLst>
                    <a:ext uri="{FF2B5EF4-FFF2-40B4-BE49-F238E27FC236}">
                      <a16:creationId xmlns:a16="http://schemas.microsoft.com/office/drawing/2014/main" id="{8F428BB9-117C-B1C4-CCE2-4857537713C7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1" name="Rectangle 810">
                  <a:extLst>
                    <a:ext uri="{FF2B5EF4-FFF2-40B4-BE49-F238E27FC236}">
                      <a16:creationId xmlns:a16="http://schemas.microsoft.com/office/drawing/2014/main" id="{8F12400E-332B-C7E5-1325-3F5F1018CE34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2" name="Rectangle 811">
                  <a:extLst>
                    <a:ext uri="{FF2B5EF4-FFF2-40B4-BE49-F238E27FC236}">
                      <a16:creationId xmlns:a16="http://schemas.microsoft.com/office/drawing/2014/main" id="{A3458EAC-EF31-FB3D-78AD-C6576EDC68D5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3" name="Rectangle 812">
                  <a:extLst>
                    <a:ext uri="{FF2B5EF4-FFF2-40B4-BE49-F238E27FC236}">
                      <a16:creationId xmlns:a16="http://schemas.microsoft.com/office/drawing/2014/main" id="{323264FD-B841-E930-BB94-22CD92CF1589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6" name="Group 715">
                <a:extLst>
                  <a:ext uri="{FF2B5EF4-FFF2-40B4-BE49-F238E27FC236}">
                    <a16:creationId xmlns:a16="http://schemas.microsoft.com/office/drawing/2014/main" id="{7FA8856D-F0C5-CD86-0E4A-CC199CA958F4}"/>
                  </a:ext>
                </a:extLst>
              </p:cNvPr>
              <p:cNvGrpSpPr/>
              <p:nvPr/>
            </p:nvGrpSpPr>
            <p:grpSpPr>
              <a:xfrm>
                <a:off x="467360" y="0"/>
                <a:ext cx="233680" cy="7477760"/>
                <a:chOff x="0" y="0"/>
                <a:chExt cx="233680" cy="7477760"/>
              </a:xfrm>
            </p:grpSpPr>
            <p:sp>
              <p:nvSpPr>
                <p:cNvPr id="750" name="Rectangle 749">
                  <a:extLst>
                    <a:ext uri="{FF2B5EF4-FFF2-40B4-BE49-F238E27FC236}">
                      <a16:creationId xmlns:a16="http://schemas.microsoft.com/office/drawing/2014/main" id="{29786B8B-E944-5389-944B-B14F2FA108E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1" name="Rectangle 750">
                  <a:extLst>
                    <a:ext uri="{FF2B5EF4-FFF2-40B4-BE49-F238E27FC236}">
                      <a16:creationId xmlns:a16="http://schemas.microsoft.com/office/drawing/2014/main" id="{0FE5E54C-CAC6-A428-281C-925E3624B5D0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2" name="Rectangle 751">
                  <a:extLst>
                    <a:ext uri="{FF2B5EF4-FFF2-40B4-BE49-F238E27FC236}">
                      <a16:creationId xmlns:a16="http://schemas.microsoft.com/office/drawing/2014/main" id="{3BCED699-38F6-147B-900E-30745D5231ED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3" name="Rectangle 752">
                  <a:extLst>
                    <a:ext uri="{FF2B5EF4-FFF2-40B4-BE49-F238E27FC236}">
                      <a16:creationId xmlns:a16="http://schemas.microsoft.com/office/drawing/2014/main" id="{3D8B6B9D-EF3D-26B2-13E9-86DA2D0C0297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4" name="Rectangle 753">
                  <a:extLst>
                    <a:ext uri="{FF2B5EF4-FFF2-40B4-BE49-F238E27FC236}">
                      <a16:creationId xmlns:a16="http://schemas.microsoft.com/office/drawing/2014/main" id="{7373BA58-A5C4-E303-100D-F08D1029B53B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5" name="Rectangle 754">
                  <a:extLst>
                    <a:ext uri="{FF2B5EF4-FFF2-40B4-BE49-F238E27FC236}">
                      <a16:creationId xmlns:a16="http://schemas.microsoft.com/office/drawing/2014/main" id="{FFCC9D1A-77CD-E544-D721-DF2294E1B6A1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6" name="Rectangle 755">
                  <a:extLst>
                    <a:ext uri="{FF2B5EF4-FFF2-40B4-BE49-F238E27FC236}">
                      <a16:creationId xmlns:a16="http://schemas.microsoft.com/office/drawing/2014/main" id="{9E4A3B73-70BA-CB54-F21A-544A46C2D97B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7" name="Rectangle 756">
                  <a:extLst>
                    <a:ext uri="{FF2B5EF4-FFF2-40B4-BE49-F238E27FC236}">
                      <a16:creationId xmlns:a16="http://schemas.microsoft.com/office/drawing/2014/main" id="{493AB104-D95F-BC58-0787-7E6DDD971EE2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8" name="Rectangle 757">
                  <a:extLst>
                    <a:ext uri="{FF2B5EF4-FFF2-40B4-BE49-F238E27FC236}">
                      <a16:creationId xmlns:a16="http://schemas.microsoft.com/office/drawing/2014/main" id="{B73FF8EE-7121-86E6-A0FF-A0D18EDCC1E4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59" name="Rectangle 758">
                  <a:extLst>
                    <a:ext uri="{FF2B5EF4-FFF2-40B4-BE49-F238E27FC236}">
                      <a16:creationId xmlns:a16="http://schemas.microsoft.com/office/drawing/2014/main" id="{B38F3698-1EDF-D665-F1E7-881E6657BDA6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0" name="Rectangle 759">
                  <a:extLst>
                    <a:ext uri="{FF2B5EF4-FFF2-40B4-BE49-F238E27FC236}">
                      <a16:creationId xmlns:a16="http://schemas.microsoft.com/office/drawing/2014/main" id="{B5FC59AE-27C3-BCBF-09DC-4D021EAEAAEB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1" name="Rectangle 760">
                  <a:extLst>
                    <a:ext uri="{FF2B5EF4-FFF2-40B4-BE49-F238E27FC236}">
                      <a16:creationId xmlns:a16="http://schemas.microsoft.com/office/drawing/2014/main" id="{36A44974-0F9F-CE90-E887-BBDC8771CE8C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2" name="Rectangle 761">
                  <a:extLst>
                    <a:ext uri="{FF2B5EF4-FFF2-40B4-BE49-F238E27FC236}">
                      <a16:creationId xmlns:a16="http://schemas.microsoft.com/office/drawing/2014/main" id="{EC291C15-2A38-1ED4-7650-D854D685B918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3" name="Rectangle 762">
                  <a:extLst>
                    <a:ext uri="{FF2B5EF4-FFF2-40B4-BE49-F238E27FC236}">
                      <a16:creationId xmlns:a16="http://schemas.microsoft.com/office/drawing/2014/main" id="{C189CD2A-1B73-89DE-F621-3D1E45C05530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4" name="Rectangle 763">
                  <a:extLst>
                    <a:ext uri="{FF2B5EF4-FFF2-40B4-BE49-F238E27FC236}">
                      <a16:creationId xmlns:a16="http://schemas.microsoft.com/office/drawing/2014/main" id="{8800EDB5-3EFA-FBD7-F105-45E6B66B8693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5" name="Rectangle 764">
                  <a:extLst>
                    <a:ext uri="{FF2B5EF4-FFF2-40B4-BE49-F238E27FC236}">
                      <a16:creationId xmlns:a16="http://schemas.microsoft.com/office/drawing/2014/main" id="{F63AFA28-A330-2DAD-AA1D-3686F60E2B2A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6" name="Rectangle 765">
                  <a:extLst>
                    <a:ext uri="{FF2B5EF4-FFF2-40B4-BE49-F238E27FC236}">
                      <a16:creationId xmlns:a16="http://schemas.microsoft.com/office/drawing/2014/main" id="{DEFAE6AD-BB4F-1D16-4E93-3287A22DF938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7" name="Rectangle 766">
                  <a:extLst>
                    <a:ext uri="{FF2B5EF4-FFF2-40B4-BE49-F238E27FC236}">
                      <a16:creationId xmlns:a16="http://schemas.microsoft.com/office/drawing/2014/main" id="{32DCBA5C-799C-B5E8-D11A-2F7C21BB61FE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8" name="Rectangle 767">
                  <a:extLst>
                    <a:ext uri="{FF2B5EF4-FFF2-40B4-BE49-F238E27FC236}">
                      <a16:creationId xmlns:a16="http://schemas.microsoft.com/office/drawing/2014/main" id="{8E9826CC-5D4C-8045-C933-0FA9C4AEAB2D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69" name="Rectangle 768">
                  <a:extLst>
                    <a:ext uri="{FF2B5EF4-FFF2-40B4-BE49-F238E27FC236}">
                      <a16:creationId xmlns:a16="http://schemas.microsoft.com/office/drawing/2014/main" id="{8561D04D-DEF5-D4D4-BDA8-5D66840099A3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0" name="Rectangle 769">
                  <a:extLst>
                    <a:ext uri="{FF2B5EF4-FFF2-40B4-BE49-F238E27FC236}">
                      <a16:creationId xmlns:a16="http://schemas.microsoft.com/office/drawing/2014/main" id="{E9EA19A7-AE12-88CA-97CF-E8D5F2522AF6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1" name="Rectangle 770">
                  <a:extLst>
                    <a:ext uri="{FF2B5EF4-FFF2-40B4-BE49-F238E27FC236}">
                      <a16:creationId xmlns:a16="http://schemas.microsoft.com/office/drawing/2014/main" id="{EB8E0C70-DE7C-62A3-EFC1-98974DC62865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2" name="Rectangle 771">
                  <a:extLst>
                    <a:ext uri="{FF2B5EF4-FFF2-40B4-BE49-F238E27FC236}">
                      <a16:creationId xmlns:a16="http://schemas.microsoft.com/office/drawing/2014/main" id="{A0C0488D-53DF-68D7-3ACF-5B9DC409ECE3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3" name="Rectangle 772">
                  <a:extLst>
                    <a:ext uri="{FF2B5EF4-FFF2-40B4-BE49-F238E27FC236}">
                      <a16:creationId xmlns:a16="http://schemas.microsoft.com/office/drawing/2014/main" id="{8585E6ED-A3C5-8DD6-ABA1-504F1049EDE1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4" name="Rectangle 773">
                  <a:extLst>
                    <a:ext uri="{FF2B5EF4-FFF2-40B4-BE49-F238E27FC236}">
                      <a16:creationId xmlns:a16="http://schemas.microsoft.com/office/drawing/2014/main" id="{80226BEB-270E-487B-3EA4-E96FAB517EC1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5" name="Rectangle 774">
                  <a:extLst>
                    <a:ext uri="{FF2B5EF4-FFF2-40B4-BE49-F238E27FC236}">
                      <a16:creationId xmlns:a16="http://schemas.microsoft.com/office/drawing/2014/main" id="{274A2E8F-8221-B495-D67D-A4DF7E4DCC49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6" name="Rectangle 775">
                  <a:extLst>
                    <a:ext uri="{FF2B5EF4-FFF2-40B4-BE49-F238E27FC236}">
                      <a16:creationId xmlns:a16="http://schemas.microsoft.com/office/drawing/2014/main" id="{A89898DA-490A-09CE-7EBA-6DD7CA164016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7" name="Rectangle 776">
                  <a:extLst>
                    <a:ext uri="{FF2B5EF4-FFF2-40B4-BE49-F238E27FC236}">
                      <a16:creationId xmlns:a16="http://schemas.microsoft.com/office/drawing/2014/main" id="{5E316216-6086-0A5E-F3D1-6E729420D47A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8" name="Rectangle 777">
                  <a:extLst>
                    <a:ext uri="{FF2B5EF4-FFF2-40B4-BE49-F238E27FC236}">
                      <a16:creationId xmlns:a16="http://schemas.microsoft.com/office/drawing/2014/main" id="{F4CA4DB1-CE32-EDDC-3A7E-049FCD37ECB8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79" name="Rectangle 778">
                  <a:extLst>
                    <a:ext uri="{FF2B5EF4-FFF2-40B4-BE49-F238E27FC236}">
                      <a16:creationId xmlns:a16="http://schemas.microsoft.com/office/drawing/2014/main" id="{E5BAB579-190F-7A4B-971E-0BF2794BEA0C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0" name="Rectangle 779">
                  <a:extLst>
                    <a:ext uri="{FF2B5EF4-FFF2-40B4-BE49-F238E27FC236}">
                      <a16:creationId xmlns:a16="http://schemas.microsoft.com/office/drawing/2014/main" id="{8195C64F-89F8-6B98-00EF-E17AD3DCE474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81" name="Rectangle 780">
                  <a:extLst>
                    <a:ext uri="{FF2B5EF4-FFF2-40B4-BE49-F238E27FC236}">
                      <a16:creationId xmlns:a16="http://schemas.microsoft.com/office/drawing/2014/main" id="{4EFB7B00-7C72-41B7-39BC-C4CE472D0944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717" name="Group 716">
                <a:extLst>
                  <a:ext uri="{FF2B5EF4-FFF2-40B4-BE49-F238E27FC236}">
                    <a16:creationId xmlns:a16="http://schemas.microsoft.com/office/drawing/2014/main" id="{67EF2EF1-8988-01A9-C9D4-07A2FF1572F4}"/>
                  </a:ext>
                </a:extLst>
              </p:cNvPr>
              <p:cNvGrpSpPr/>
              <p:nvPr/>
            </p:nvGrpSpPr>
            <p:grpSpPr>
              <a:xfrm>
                <a:off x="701040" y="0"/>
                <a:ext cx="233680" cy="7477760"/>
                <a:chOff x="0" y="0"/>
                <a:chExt cx="233680" cy="7477760"/>
              </a:xfrm>
            </p:grpSpPr>
            <p:sp>
              <p:nvSpPr>
                <p:cNvPr id="718" name="Rectangle 717">
                  <a:extLst>
                    <a:ext uri="{FF2B5EF4-FFF2-40B4-BE49-F238E27FC236}">
                      <a16:creationId xmlns:a16="http://schemas.microsoft.com/office/drawing/2014/main" id="{7DB80F32-7C2A-F4DF-C623-399A9E0AE5B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9" name="Rectangle 718">
                  <a:extLst>
                    <a:ext uri="{FF2B5EF4-FFF2-40B4-BE49-F238E27FC236}">
                      <a16:creationId xmlns:a16="http://schemas.microsoft.com/office/drawing/2014/main" id="{157A5A8A-BEE0-9D09-322C-36D8893888F5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0" name="Rectangle 719">
                  <a:extLst>
                    <a:ext uri="{FF2B5EF4-FFF2-40B4-BE49-F238E27FC236}">
                      <a16:creationId xmlns:a16="http://schemas.microsoft.com/office/drawing/2014/main" id="{0CB47644-AF9A-4B09-7ADB-1A352440B8AE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1" name="Rectangle 720">
                  <a:extLst>
                    <a:ext uri="{FF2B5EF4-FFF2-40B4-BE49-F238E27FC236}">
                      <a16:creationId xmlns:a16="http://schemas.microsoft.com/office/drawing/2014/main" id="{0CF33855-7761-A477-8D9C-47ECCDF21624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2" name="Rectangle 721">
                  <a:extLst>
                    <a:ext uri="{FF2B5EF4-FFF2-40B4-BE49-F238E27FC236}">
                      <a16:creationId xmlns:a16="http://schemas.microsoft.com/office/drawing/2014/main" id="{F9C9359A-CB8E-F742-0D28-409E79FA1136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3" name="Rectangle 722">
                  <a:extLst>
                    <a:ext uri="{FF2B5EF4-FFF2-40B4-BE49-F238E27FC236}">
                      <a16:creationId xmlns:a16="http://schemas.microsoft.com/office/drawing/2014/main" id="{E3C068C3-81F2-334F-2FFA-18D89B6D440D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4" name="Rectangle 723">
                  <a:extLst>
                    <a:ext uri="{FF2B5EF4-FFF2-40B4-BE49-F238E27FC236}">
                      <a16:creationId xmlns:a16="http://schemas.microsoft.com/office/drawing/2014/main" id="{165E970D-A8C4-49FF-6BF8-A319782E32C8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5" name="Rectangle 724">
                  <a:extLst>
                    <a:ext uri="{FF2B5EF4-FFF2-40B4-BE49-F238E27FC236}">
                      <a16:creationId xmlns:a16="http://schemas.microsoft.com/office/drawing/2014/main" id="{A9403454-4806-9FDE-0514-98ED7C117F9F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6" name="Rectangle 725">
                  <a:extLst>
                    <a:ext uri="{FF2B5EF4-FFF2-40B4-BE49-F238E27FC236}">
                      <a16:creationId xmlns:a16="http://schemas.microsoft.com/office/drawing/2014/main" id="{6E35904F-2ADC-1F6D-4B04-F51B5F3BEE8B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7" name="Rectangle 726">
                  <a:extLst>
                    <a:ext uri="{FF2B5EF4-FFF2-40B4-BE49-F238E27FC236}">
                      <a16:creationId xmlns:a16="http://schemas.microsoft.com/office/drawing/2014/main" id="{3E1E084F-73DA-7B38-81E0-AEFF1E07F3A0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8" name="Rectangle 727">
                  <a:extLst>
                    <a:ext uri="{FF2B5EF4-FFF2-40B4-BE49-F238E27FC236}">
                      <a16:creationId xmlns:a16="http://schemas.microsoft.com/office/drawing/2014/main" id="{49322FB0-32EE-34CD-F223-F5D1AA47C18B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29" name="Rectangle 728">
                  <a:extLst>
                    <a:ext uri="{FF2B5EF4-FFF2-40B4-BE49-F238E27FC236}">
                      <a16:creationId xmlns:a16="http://schemas.microsoft.com/office/drawing/2014/main" id="{D26D1263-73A3-8C35-3550-D0892B890378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0" name="Rectangle 729">
                  <a:extLst>
                    <a:ext uri="{FF2B5EF4-FFF2-40B4-BE49-F238E27FC236}">
                      <a16:creationId xmlns:a16="http://schemas.microsoft.com/office/drawing/2014/main" id="{8C9C4263-68B0-CE2A-37F9-F5AD0AA03F22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1" name="Rectangle 730">
                  <a:extLst>
                    <a:ext uri="{FF2B5EF4-FFF2-40B4-BE49-F238E27FC236}">
                      <a16:creationId xmlns:a16="http://schemas.microsoft.com/office/drawing/2014/main" id="{BE1FE69B-F99C-C683-F8A7-89DA3D0AE8C0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2" name="Rectangle 731">
                  <a:extLst>
                    <a:ext uri="{FF2B5EF4-FFF2-40B4-BE49-F238E27FC236}">
                      <a16:creationId xmlns:a16="http://schemas.microsoft.com/office/drawing/2014/main" id="{1450A128-6534-5101-4FD4-1F55B0F2FA5E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3" name="Rectangle 732">
                  <a:extLst>
                    <a:ext uri="{FF2B5EF4-FFF2-40B4-BE49-F238E27FC236}">
                      <a16:creationId xmlns:a16="http://schemas.microsoft.com/office/drawing/2014/main" id="{1EA62C20-24EC-286F-832F-0CD6A8D0FD51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4" name="Rectangle 733">
                  <a:extLst>
                    <a:ext uri="{FF2B5EF4-FFF2-40B4-BE49-F238E27FC236}">
                      <a16:creationId xmlns:a16="http://schemas.microsoft.com/office/drawing/2014/main" id="{F3B73808-8251-59DD-FC7A-079BCD5833DA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5" name="Rectangle 734">
                  <a:extLst>
                    <a:ext uri="{FF2B5EF4-FFF2-40B4-BE49-F238E27FC236}">
                      <a16:creationId xmlns:a16="http://schemas.microsoft.com/office/drawing/2014/main" id="{0780AE23-4543-3777-521F-78F60C22B8D6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6" name="Rectangle 735">
                  <a:extLst>
                    <a:ext uri="{FF2B5EF4-FFF2-40B4-BE49-F238E27FC236}">
                      <a16:creationId xmlns:a16="http://schemas.microsoft.com/office/drawing/2014/main" id="{1BA861E1-E61A-0F75-F852-174EB31DB306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7" name="Rectangle 736">
                  <a:extLst>
                    <a:ext uri="{FF2B5EF4-FFF2-40B4-BE49-F238E27FC236}">
                      <a16:creationId xmlns:a16="http://schemas.microsoft.com/office/drawing/2014/main" id="{3D3E1766-5EFD-7D43-EED7-99C3BE11E30E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8" name="Rectangle 737">
                  <a:extLst>
                    <a:ext uri="{FF2B5EF4-FFF2-40B4-BE49-F238E27FC236}">
                      <a16:creationId xmlns:a16="http://schemas.microsoft.com/office/drawing/2014/main" id="{609351B1-F875-3476-FA5A-999608670FCE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39" name="Rectangle 738">
                  <a:extLst>
                    <a:ext uri="{FF2B5EF4-FFF2-40B4-BE49-F238E27FC236}">
                      <a16:creationId xmlns:a16="http://schemas.microsoft.com/office/drawing/2014/main" id="{2C530268-555F-7208-BA9D-8C2B8F83FF65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0" name="Rectangle 739">
                  <a:extLst>
                    <a:ext uri="{FF2B5EF4-FFF2-40B4-BE49-F238E27FC236}">
                      <a16:creationId xmlns:a16="http://schemas.microsoft.com/office/drawing/2014/main" id="{5D5AABFF-A170-7C20-C714-1857F9ADC750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1" name="Rectangle 740">
                  <a:extLst>
                    <a:ext uri="{FF2B5EF4-FFF2-40B4-BE49-F238E27FC236}">
                      <a16:creationId xmlns:a16="http://schemas.microsoft.com/office/drawing/2014/main" id="{E24394BD-78C2-B7DF-2492-8A600B90F722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2" name="Rectangle 741">
                  <a:extLst>
                    <a:ext uri="{FF2B5EF4-FFF2-40B4-BE49-F238E27FC236}">
                      <a16:creationId xmlns:a16="http://schemas.microsoft.com/office/drawing/2014/main" id="{4476C1CA-346E-FA3B-BFF9-F05336270922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3" name="Rectangle 742">
                  <a:extLst>
                    <a:ext uri="{FF2B5EF4-FFF2-40B4-BE49-F238E27FC236}">
                      <a16:creationId xmlns:a16="http://schemas.microsoft.com/office/drawing/2014/main" id="{26D61B59-CFD5-DE17-00A7-4CE4F4D5755A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4" name="Rectangle 743">
                  <a:extLst>
                    <a:ext uri="{FF2B5EF4-FFF2-40B4-BE49-F238E27FC236}">
                      <a16:creationId xmlns:a16="http://schemas.microsoft.com/office/drawing/2014/main" id="{22BC1939-201A-23A4-6612-4AAB2E9748CF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5" name="Rectangle 744">
                  <a:extLst>
                    <a:ext uri="{FF2B5EF4-FFF2-40B4-BE49-F238E27FC236}">
                      <a16:creationId xmlns:a16="http://schemas.microsoft.com/office/drawing/2014/main" id="{E5E454B2-974C-69D6-5D70-2D2106BF8559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6" name="Rectangle 745">
                  <a:extLst>
                    <a:ext uri="{FF2B5EF4-FFF2-40B4-BE49-F238E27FC236}">
                      <a16:creationId xmlns:a16="http://schemas.microsoft.com/office/drawing/2014/main" id="{473810E6-EB3C-AD28-833B-47E33963F085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7" name="Rectangle 746">
                  <a:extLst>
                    <a:ext uri="{FF2B5EF4-FFF2-40B4-BE49-F238E27FC236}">
                      <a16:creationId xmlns:a16="http://schemas.microsoft.com/office/drawing/2014/main" id="{E0EB2188-30EF-9772-DEB4-628A2E5D73A9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8" name="Rectangle 747">
                  <a:extLst>
                    <a:ext uri="{FF2B5EF4-FFF2-40B4-BE49-F238E27FC236}">
                      <a16:creationId xmlns:a16="http://schemas.microsoft.com/office/drawing/2014/main" id="{A501A3D5-6C52-73E5-5515-7268953C8BA6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49" name="Rectangle 748">
                  <a:extLst>
                    <a:ext uri="{FF2B5EF4-FFF2-40B4-BE49-F238E27FC236}">
                      <a16:creationId xmlns:a16="http://schemas.microsoft.com/office/drawing/2014/main" id="{DE0E6E05-CABC-C3F4-ECB0-E13E25551070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846" name="Group 845">
              <a:extLst>
                <a:ext uri="{FF2B5EF4-FFF2-40B4-BE49-F238E27FC236}">
                  <a16:creationId xmlns:a16="http://schemas.microsoft.com/office/drawing/2014/main" id="{86193608-CBB1-E83C-836F-F57DEDEE7F7C}"/>
                </a:ext>
              </a:extLst>
            </p:cNvPr>
            <p:cNvGrpSpPr/>
            <p:nvPr/>
          </p:nvGrpSpPr>
          <p:grpSpPr>
            <a:xfrm>
              <a:off x="2804160" y="0"/>
              <a:ext cx="934720" cy="7477760"/>
              <a:chOff x="0" y="0"/>
              <a:chExt cx="934720" cy="7477760"/>
            </a:xfrm>
          </p:grpSpPr>
          <p:grpSp>
            <p:nvGrpSpPr>
              <p:cNvPr id="847" name="Group 846">
                <a:extLst>
                  <a:ext uri="{FF2B5EF4-FFF2-40B4-BE49-F238E27FC236}">
                    <a16:creationId xmlns:a16="http://schemas.microsoft.com/office/drawing/2014/main" id="{5469A1DE-70D9-6C92-10CB-CF38CCFB38A6}"/>
                  </a:ext>
                </a:extLst>
              </p:cNvPr>
              <p:cNvGrpSpPr/>
              <p:nvPr/>
            </p:nvGrpSpPr>
            <p:grpSpPr>
              <a:xfrm>
                <a:off x="0" y="0"/>
                <a:ext cx="233680" cy="7477760"/>
                <a:chOff x="0" y="0"/>
                <a:chExt cx="233680" cy="7477760"/>
              </a:xfrm>
            </p:grpSpPr>
            <p:sp>
              <p:nvSpPr>
                <p:cNvPr id="947" name="Rectangle 946">
                  <a:extLst>
                    <a:ext uri="{FF2B5EF4-FFF2-40B4-BE49-F238E27FC236}">
                      <a16:creationId xmlns:a16="http://schemas.microsoft.com/office/drawing/2014/main" id="{7FFEAA36-FEB2-456E-511A-ADF55AABBEC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8" name="Rectangle 947">
                  <a:extLst>
                    <a:ext uri="{FF2B5EF4-FFF2-40B4-BE49-F238E27FC236}">
                      <a16:creationId xmlns:a16="http://schemas.microsoft.com/office/drawing/2014/main" id="{2520E625-BE26-092C-E181-18C5DE9AA2AB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9" name="Rectangle 948">
                  <a:extLst>
                    <a:ext uri="{FF2B5EF4-FFF2-40B4-BE49-F238E27FC236}">
                      <a16:creationId xmlns:a16="http://schemas.microsoft.com/office/drawing/2014/main" id="{37044A85-1DF5-3B6A-4EA2-314DE94568C7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0" name="Rectangle 949">
                  <a:extLst>
                    <a:ext uri="{FF2B5EF4-FFF2-40B4-BE49-F238E27FC236}">
                      <a16:creationId xmlns:a16="http://schemas.microsoft.com/office/drawing/2014/main" id="{B9A2F6CF-0EE7-2D39-4AC6-6C5A8DA0FC09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1" name="Rectangle 950">
                  <a:extLst>
                    <a:ext uri="{FF2B5EF4-FFF2-40B4-BE49-F238E27FC236}">
                      <a16:creationId xmlns:a16="http://schemas.microsoft.com/office/drawing/2014/main" id="{0D2D9818-9C80-0D32-95AA-E51DD212B277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2" name="Rectangle 951">
                  <a:extLst>
                    <a:ext uri="{FF2B5EF4-FFF2-40B4-BE49-F238E27FC236}">
                      <a16:creationId xmlns:a16="http://schemas.microsoft.com/office/drawing/2014/main" id="{28BC3ED9-8E38-3A25-BCFD-9FDA074B6B9C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3" name="Rectangle 952">
                  <a:extLst>
                    <a:ext uri="{FF2B5EF4-FFF2-40B4-BE49-F238E27FC236}">
                      <a16:creationId xmlns:a16="http://schemas.microsoft.com/office/drawing/2014/main" id="{B36C456E-C376-77F3-CD9E-3C36FBC9973F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4" name="Rectangle 953">
                  <a:extLst>
                    <a:ext uri="{FF2B5EF4-FFF2-40B4-BE49-F238E27FC236}">
                      <a16:creationId xmlns:a16="http://schemas.microsoft.com/office/drawing/2014/main" id="{D55D8D56-F56B-44AD-1F57-7BF58A6B6817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5" name="Rectangle 954">
                  <a:extLst>
                    <a:ext uri="{FF2B5EF4-FFF2-40B4-BE49-F238E27FC236}">
                      <a16:creationId xmlns:a16="http://schemas.microsoft.com/office/drawing/2014/main" id="{91206511-6D3F-872A-F351-ECF0377F8C64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6" name="Rectangle 955">
                  <a:extLst>
                    <a:ext uri="{FF2B5EF4-FFF2-40B4-BE49-F238E27FC236}">
                      <a16:creationId xmlns:a16="http://schemas.microsoft.com/office/drawing/2014/main" id="{CA306BEF-0621-6573-00A0-F53DE9093E7F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7" name="Rectangle 956">
                  <a:extLst>
                    <a:ext uri="{FF2B5EF4-FFF2-40B4-BE49-F238E27FC236}">
                      <a16:creationId xmlns:a16="http://schemas.microsoft.com/office/drawing/2014/main" id="{EDFC1900-D08C-1418-A330-5C010D5FA761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8" name="Rectangle 957">
                  <a:extLst>
                    <a:ext uri="{FF2B5EF4-FFF2-40B4-BE49-F238E27FC236}">
                      <a16:creationId xmlns:a16="http://schemas.microsoft.com/office/drawing/2014/main" id="{024ADF4B-5EDA-FBD3-B3A1-95E51E466247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9" name="Rectangle 958">
                  <a:extLst>
                    <a:ext uri="{FF2B5EF4-FFF2-40B4-BE49-F238E27FC236}">
                      <a16:creationId xmlns:a16="http://schemas.microsoft.com/office/drawing/2014/main" id="{1252CE26-2823-2110-4577-3268516F0CBD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0" name="Rectangle 959">
                  <a:extLst>
                    <a:ext uri="{FF2B5EF4-FFF2-40B4-BE49-F238E27FC236}">
                      <a16:creationId xmlns:a16="http://schemas.microsoft.com/office/drawing/2014/main" id="{5345C15D-CD53-264F-56D4-04507A216597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1" name="Rectangle 960">
                  <a:extLst>
                    <a:ext uri="{FF2B5EF4-FFF2-40B4-BE49-F238E27FC236}">
                      <a16:creationId xmlns:a16="http://schemas.microsoft.com/office/drawing/2014/main" id="{560D38D2-3966-87B4-B6EF-E28E9F639F3F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2" name="Rectangle 961">
                  <a:extLst>
                    <a:ext uri="{FF2B5EF4-FFF2-40B4-BE49-F238E27FC236}">
                      <a16:creationId xmlns:a16="http://schemas.microsoft.com/office/drawing/2014/main" id="{A42521F1-A52C-9744-9598-FF5D11C15B4C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3" name="Rectangle 962">
                  <a:extLst>
                    <a:ext uri="{FF2B5EF4-FFF2-40B4-BE49-F238E27FC236}">
                      <a16:creationId xmlns:a16="http://schemas.microsoft.com/office/drawing/2014/main" id="{9135658C-2CCE-1929-F0AC-66B0712D8E14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4" name="Rectangle 963">
                  <a:extLst>
                    <a:ext uri="{FF2B5EF4-FFF2-40B4-BE49-F238E27FC236}">
                      <a16:creationId xmlns:a16="http://schemas.microsoft.com/office/drawing/2014/main" id="{BAF14451-DF98-FDCD-204B-B17409ACAAC0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5" name="Rectangle 964">
                  <a:extLst>
                    <a:ext uri="{FF2B5EF4-FFF2-40B4-BE49-F238E27FC236}">
                      <a16:creationId xmlns:a16="http://schemas.microsoft.com/office/drawing/2014/main" id="{F1E30BB9-23FD-81BA-AB88-0F0650B55DBF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6" name="Rectangle 965">
                  <a:extLst>
                    <a:ext uri="{FF2B5EF4-FFF2-40B4-BE49-F238E27FC236}">
                      <a16:creationId xmlns:a16="http://schemas.microsoft.com/office/drawing/2014/main" id="{31554ABF-C678-41F3-F53C-4E5F479191AF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7" name="Rectangle 966">
                  <a:extLst>
                    <a:ext uri="{FF2B5EF4-FFF2-40B4-BE49-F238E27FC236}">
                      <a16:creationId xmlns:a16="http://schemas.microsoft.com/office/drawing/2014/main" id="{AC0076C5-4E85-2B64-3D8A-4697C9017292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8" name="Rectangle 967">
                  <a:extLst>
                    <a:ext uri="{FF2B5EF4-FFF2-40B4-BE49-F238E27FC236}">
                      <a16:creationId xmlns:a16="http://schemas.microsoft.com/office/drawing/2014/main" id="{8B17974A-E897-AE55-FB1F-88A44F332586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9" name="Rectangle 968">
                  <a:extLst>
                    <a:ext uri="{FF2B5EF4-FFF2-40B4-BE49-F238E27FC236}">
                      <a16:creationId xmlns:a16="http://schemas.microsoft.com/office/drawing/2014/main" id="{9CC32839-3635-353E-AF9A-AD3BABC098A5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0" name="Rectangle 969">
                  <a:extLst>
                    <a:ext uri="{FF2B5EF4-FFF2-40B4-BE49-F238E27FC236}">
                      <a16:creationId xmlns:a16="http://schemas.microsoft.com/office/drawing/2014/main" id="{24CDD764-308B-91E1-CD92-17DE904E6418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1" name="Rectangle 970">
                  <a:extLst>
                    <a:ext uri="{FF2B5EF4-FFF2-40B4-BE49-F238E27FC236}">
                      <a16:creationId xmlns:a16="http://schemas.microsoft.com/office/drawing/2014/main" id="{7BD2D92F-28A5-3BD5-C519-EB1E67D4D02F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2" name="Rectangle 971">
                  <a:extLst>
                    <a:ext uri="{FF2B5EF4-FFF2-40B4-BE49-F238E27FC236}">
                      <a16:creationId xmlns:a16="http://schemas.microsoft.com/office/drawing/2014/main" id="{4A9DD80A-62FF-A0DE-B2B4-D4855C74D82E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3" name="Rectangle 972">
                  <a:extLst>
                    <a:ext uri="{FF2B5EF4-FFF2-40B4-BE49-F238E27FC236}">
                      <a16:creationId xmlns:a16="http://schemas.microsoft.com/office/drawing/2014/main" id="{FD3C1575-FA2C-BE89-281D-70F4711CE098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4" name="Rectangle 973">
                  <a:extLst>
                    <a:ext uri="{FF2B5EF4-FFF2-40B4-BE49-F238E27FC236}">
                      <a16:creationId xmlns:a16="http://schemas.microsoft.com/office/drawing/2014/main" id="{33A0E9B0-1601-8236-4208-BE3C513B059B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5" name="Rectangle 974">
                  <a:extLst>
                    <a:ext uri="{FF2B5EF4-FFF2-40B4-BE49-F238E27FC236}">
                      <a16:creationId xmlns:a16="http://schemas.microsoft.com/office/drawing/2014/main" id="{FA4DA1C1-5032-ED20-DF7C-950926FFB04E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6" name="Rectangle 975">
                  <a:extLst>
                    <a:ext uri="{FF2B5EF4-FFF2-40B4-BE49-F238E27FC236}">
                      <a16:creationId xmlns:a16="http://schemas.microsoft.com/office/drawing/2014/main" id="{E97E8FA7-6375-AF81-5B03-2C3FD4730B81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7" name="Rectangle 976">
                  <a:extLst>
                    <a:ext uri="{FF2B5EF4-FFF2-40B4-BE49-F238E27FC236}">
                      <a16:creationId xmlns:a16="http://schemas.microsoft.com/office/drawing/2014/main" id="{6CB9BBF9-7EBB-E65D-824B-F7D02C0B9B39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8" name="Rectangle 977">
                  <a:extLst>
                    <a:ext uri="{FF2B5EF4-FFF2-40B4-BE49-F238E27FC236}">
                      <a16:creationId xmlns:a16="http://schemas.microsoft.com/office/drawing/2014/main" id="{B4FB9EFD-150E-5C2A-EA95-03BABD245F82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48" name="Group 847">
                <a:extLst>
                  <a:ext uri="{FF2B5EF4-FFF2-40B4-BE49-F238E27FC236}">
                    <a16:creationId xmlns:a16="http://schemas.microsoft.com/office/drawing/2014/main" id="{BEBA8CC1-EEF3-290F-B2C9-77D075248C81}"/>
                  </a:ext>
                </a:extLst>
              </p:cNvPr>
              <p:cNvGrpSpPr/>
              <p:nvPr/>
            </p:nvGrpSpPr>
            <p:grpSpPr>
              <a:xfrm>
                <a:off x="233680" y="0"/>
                <a:ext cx="233680" cy="7477760"/>
                <a:chOff x="0" y="0"/>
                <a:chExt cx="233680" cy="7477760"/>
              </a:xfrm>
            </p:grpSpPr>
            <p:sp>
              <p:nvSpPr>
                <p:cNvPr id="915" name="Rectangle 914">
                  <a:extLst>
                    <a:ext uri="{FF2B5EF4-FFF2-40B4-BE49-F238E27FC236}">
                      <a16:creationId xmlns:a16="http://schemas.microsoft.com/office/drawing/2014/main" id="{4D58A106-9645-3C45-0B4D-7AA44202116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6" name="Rectangle 915">
                  <a:extLst>
                    <a:ext uri="{FF2B5EF4-FFF2-40B4-BE49-F238E27FC236}">
                      <a16:creationId xmlns:a16="http://schemas.microsoft.com/office/drawing/2014/main" id="{16C0B315-6C72-30CF-40D5-FBAB18EFB673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7" name="Rectangle 916">
                  <a:extLst>
                    <a:ext uri="{FF2B5EF4-FFF2-40B4-BE49-F238E27FC236}">
                      <a16:creationId xmlns:a16="http://schemas.microsoft.com/office/drawing/2014/main" id="{44CFDAAE-552D-4A95-2AD1-9ECEC2FB5152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8" name="Rectangle 917">
                  <a:extLst>
                    <a:ext uri="{FF2B5EF4-FFF2-40B4-BE49-F238E27FC236}">
                      <a16:creationId xmlns:a16="http://schemas.microsoft.com/office/drawing/2014/main" id="{AB0973A8-BF9D-91C8-8382-44D4722C93E4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9" name="Rectangle 918">
                  <a:extLst>
                    <a:ext uri="{FF2B5EF4-FFF2-40B4-BE49-F238E27FC236}">
                      <a16:creationId xmlns:a16="http://schemas.microsoft.com/office/drawing/2014/main" id="{A66DCA55-CD1B-8DC1-D3CA-81DC40940BC9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0" name="Rectangle 919">
                  <a:extLst>
                    <a:ext uri="{FF2B5EF4-FFF2-40B4-BE49-F238E27FC236}">
                      <a16:creationId xmlns:a16="http://schemas.microsoft.com/office/drawing/2014/main" id="{178460C9-AEBA-73D7-F3CE-454F4D865F27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1" name="Rectangle 920">
                  <a:extLst>
                    <a:ext uri="{FF2B5EF4-FFF2-40B4-BE49-F238E27FC236}">
                      <a16:creationId xmlns:a16="http://schemas.microsoft.com/office/drawing/2014/main" id="{12147271-DAF5-1B60-77DF-293CCB47EF66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2" name="Rectangle 921">
                  <a:extLst>
                    <a:ext uri="{FF2B5EF4-FFF2-40B4-BE49-F238E27FC236}">
                      <a16:creationId xmlns:a16="http://schemas.microsoft.com/office/drawing/2014/main" id="{C714CF13-EC40-667D-A28C-6A4969B67F05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3" name="Rectangle 922">
                  <a:extLst>
                    <a:ext uri="{FF2B5EF4-FFF2-40B4-BE49-F238E27FC236}">
                      <a16:creationId xmlns:a16="http://schemas.microsoft.com/office/drawing/2014/main" id="{A7D7A2BE-6ACC-C2CA-3EF2-A43AA3F03A3F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4" name="Rectangle 923">
                  <a:extLst>
                    <a:ext uri="{FF2B5EF4-FFF2-40B4-BE49-F238E27FC236}">
                      <a16:creationId xmlns:a16="http://schemas.microsoft.com/office/drawing/2014/main" id="{61B18184-3DD6-D67C-27CE-66A9B685E76D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5" name="Rectangle 924">
                  <a:extLst>
                    <a:ext uri="{FF2B5EF4-FFF2-40B4-BE49-F238E27FC236}">
                      <a16:creationId xmlns:a16="http://schemas.microsoft.com/office/drawing/2014/main" id="{EF26061E-C585-5CFB-876B-B7C441C8DAC1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6" name="Rectangle 925">
                  <a:extLst>
                    <a:ext uri="{FF2B5EF4-FFF2-40B4-BE49-F238E27FC236}">
                      <a16:creationId xmlns:a16="http://schemas.microsoft.com/office/drawing/2014/main" id="{AFDAA675-99E8-9BFF-731A-0AF10189F37A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7" name="Rectangle 926">
                  <a:extLst>
                    <a:ext uri="{FF2B5EF4-FFF2-40B4-BE49-F238E27FC236}">
                      <a16:creationId xmlns:a16="http://schemas.microsoft.com/office/drawing/2014/main" id="{1F4338C6-0165-9EC6-092A-EB8C48388E08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8" name="Rectangle 927">
                  <a:extLst>
                    <a:ext uri="{FF2B5EF4-FFF2-40B4-BE49-F238E27FC236}">
                      <a16:creationId xmlns:a16="http://schemas.microsoft.com/office/drawing/2014/main" id="{43F5E0EE-01F9-DE71-04FF-B17E88A4D4DC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9" name="Rectangle 928">
                  <a:extLst>
                    <a:ext uri="{FF2B5EF4-FFF2-40B4-BE49-F238E27FC236}">
                      <a16:creationId xmlns:a16="http://schemas.microsoft.com/office/drawing/2014/main" id="{2F6D7579-44F1-19FD-9CF2-44C8B5742CD9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0" name="Rectangle 929">
                  <a:extLst>
                    <a:ext uri="{FF2B5EF4-FFF2-40B4-BE49-F238E27FC236}">
                      <a16:creationId xmlns:a16="http://schemas.microsoft.com/office/drawing/2014/main" id="{264AFEF5-35FD-6B7B-6EAA-B5171E377490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1" name="Rectangle 930">
                  <a:extLst>
                    <a:ext uri="{FF2B5EF4-FFF2-40B4-BE49-F238E27FC236}">
                      <a16:creationId xmlns:a16="http://schemas.microsoft.com/office/drawing/2014/main" id="{E8B4CD0D-D7C9-EE56-91DD-2A153CDD0180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2" name="Rectangle 931">
                  <a:extLst>
                    <a:ext uri="{FF2B5EF4-FFF2-40B4-BE49-F238E27FC236}">
                      <a16:creationId xmlns:a16="http://schemas.microsoft.com/office/drawing/2014/main" id="{4283C9A9-E848-C801-3C80-229B609CA0C6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3" name="Rectangle 932">
                  <a:extLst>
                    <a:ext uri="{FF2B5EF4-FFF2-40B4-BE49-F238E27FC236}">
                      <a16:creationId xmlns:a16="http://schemas.microsoft.com/office/drawing/2014/main" id="{7E0D3C4A-2B3C-B5F2-CA15-3CBF2473F9A5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4" name="Rectangle 933">
                  <a:extLst>
                    <a:ext uri="{FF2B5EF4-FFF2-40B4-BE49-F238E27FC236}">
                      <a16:creationId xmlns:a16="http://schemas.microsoft.com/office/drawing/2014/main" id="{8FED652B-5CEF-306C-1934-7B0D9B723A0F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5" name="Rectangle 934">
                  <a:extLst>
                    <a:ext uri="{FF2B5EF4-FFF2-40B4-BE49-F238E27FC236}">
                      <a16:creationId xmlns:a16="http://schemas.microsoft.com/office/drawing/2014/main" id="{AE5D830F-2487-D02B-9B10-FC03D8ADA41D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6" name="Rectangle 935">
                  <a:extLst>
                    <a:ext uri="{FF2B5EF4-FFF2-40B4-BE49-F238E27FC236}">
                      <a16:creationId xmlns:a16="http://schemas.microsoft.com/office/drawing/2014/main" id="{16A3F1B7-623C-3F80-8701-7FD46D53167E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7" name="Rectangle 936">
                  <a:extLst>
                    <a:ext uri="{FF2B5EF4-FFF2-40B4-BE49-F238E27FC236}">
                      <a16:creationId xmlns:a16="http://schemas.microsoft.com/office/drawing/2014/main" id="{EF5C5EDA-1E5A-A6D9-0E22-D0B20759623D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8" name="Rectangle 937">
                  <a:extLst>
                    <a:ext uri="{FF2B5EF4-FFF2-40B4-BE49-F238E27FC236}">
                      <a16:creationId xmlns:a16="http://schemas.microsoft.com/office/drawing/2014/main" id="{2A21BC14-CC45-62B0-9941-479B3E7B3630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9" name="Rectangle 938">
                  <a:extLst>
                    <a:ext uri="{FF2B5EF4-FFF2-40B4-BE49-F238E27FC236}">
                      <a16:creationId xmlns:a16="http://schemas.microsoft.com/office/drawing/2014/main" id="{07790A6D-3AE7-65D5-7BA2-085723C23F4C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0" name="Rectangle 939">
                  <a:extLst>
                    <a:ext uri="{FF2B5EF4-FFF2-40B4-BE49-F238E27FC236}">
                      <a16:creationId xmlns:a16="http://schemas.microsoft.com/office/drawing/2014/main" id="{5F293A0B-0C9F-4E81-2480-3AE3887229F3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1" name="Rectangle 940">
                  <a:extLst>
                    <a:ext uri="{FF2B5EF4-FFF2-40B4-BE49-F238E27FC236}">
                      <a16:creationId xmlns:a16="http://schemas.microsoft.com/office/drawing/2014/main" id="{F3A7846C-89A0-7D95-730F-151DA0362744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2" name="Rectangle 941">
                  <a:extLst>
                    <a:ext uri="{FF2B5EF4-FFF2-40B4-BE49-F238E27FC236}">
                      <a16:creationId xmlns:a16="http://schemas.microsoft.com/office/drawing/2014/main" id="{09D67610-3755-9106-3BD1-E1699B470BF5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3" name="Rectangle 942">
                  <a:extLst>
                    <a:ext uri="{FF2B5EF4-FFF2-40B4-BE49-F238E27FC236}">
                      <a16:creationId xmlns:a16="http://schemas.microsoft.com/office/drawing/2014/main" id="{FBD8FB76-6009-45A8-B365-F862C632B09A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4" name="Rectangle 943">
                  <a:extLst>
                    <a:ext uri="{FF2B5EF4-FFF2-40B4-BE49-F238E27FC236}">
                      <a16:creationId xmlns:a16="http://schemas.microsoft.com/office/drawing/2014/main" id="{FFF85148-86F4-4296-FBBA-D799E9958E17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5" name="Rectangle 944">
                  <a:extLst>
                    <a:ext uri="{FF2B5EF4-FFF2-40B4-BE49-F238E27FC236}">
                      <a16:creationId xmlns:a16="http://schemas.microsoft.com/office/drawing/2014/main" id="{EDE5F152-85D3-BAAA-3D07-E595D8D4ADD8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6" name="Rectangle 945">
                  <a:extLst>
                    <a:ext uri="{FF2B5EF4-FFF2-40B4-BE49-F238E27FC236}">
                      <a16:creationId xmlns:a16="http://schemas.microsoft.com/office/drawing/2014/main" id="{A2CF5FCA-5D09-7A24-6B36-19B8A2C40561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49" name="Group 848">
                <a:extLst>
                  <a:ext uri="{FF2B5EF4-FFF2-40B4-BE49-F238E27FC236}">
                    <a16:creationId xmlns:a16="http://schemas.microsoft.com/office/drawing/2014/main" id="{DC3FE654-5849-9CB5-EA7B-8D6A253ED340}"/>
                  </a:ext>
                </a:extLst>
              </p:cNvPr>
              <p:cNvGrpSpPr/>
              <p:nvPr/>
            </p:nvGrpSpPr>
            <p:grpSpPr>
              <a:xfrm>
                <a:off x="467360" y="0"/>
                <a:ext cx="233680" cy="7477760"/>
                <a:chOff x="0" y="0"/>
                <a:chExt cx="233680" cy="7477760"/>
              </a:xfrm>
            </p:grpSpPr>
            <p:sp>
              <p:nvSpPr>
                <p:cNvPr id="883" name="Rectangle 882">
                  <a:extLst>
                    <a:ext uri="{FF2B5EF4-FFF2-40B4-BE49-F238E27FC236}">
                      <a16:creationId xmlns:a16="http://schemas.microsoft.com/office/drawing/2014/main" id="{2D4B3FDD-F8EA-39DA-5298-2C0356D8BF2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4" name="Rectangle 883">
                  <a:extLst>
                    <a:ext uri="{FF2B5EF4-FFF2-40B4-BE49-F238E27FC236}">
                      <a16:creationId xmlns:a16="http://schemas.microsoft.com/office/drawing/2014/main" id="{37B86056-160E-C7DF-4F55-327DDA83D52F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5" name="Rectangle 884">
                  <a:extLst>
                    <a:ext uri="{FF2B5EF4-FFF2-40B4-BE49-F238E27FC236}">
                      <a16:creationId xmlns:a16="http://schemas.microsoft.com/office/drawing/2014/main" id="{560699E1-4592-FDF4-46E1-4C90E0A56F6E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6" name="Rectangle 885">
                  <a:extLst>
                    <a:ext uri="{FF2B5EF4-FFF2-40B4-BE49-F238E27FC236}">
                      <a16:creationId xmlns:a16="http://schemas.microsoft.com/office/drawing/2014/main" id="{72B9F6AE-EA36-35A2-AA33-7AF852A904A6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7" name="Rectangle 886">
                  <a:extLst>
                    <a:ext uri="{FF2B5EF4-FFF2-40B4-BE49-F238E27FC236}">
                      <a16:creationId xmlns:a16="http://schemas.microsoft.com/office/drawing/2014/main" id="{DB403C08-4F6F-B826-3739-0C7EDADEA25B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8" name="Rectangle 887">
                  <a:extLst>
                    <a:ext uri="{FF2B5EF4-FFF2-40B4-BE49-F238E27FC236}">
                      <a16:creationId xmlns:a16="http://schemas.microsoft.com/office/drawing/2014/main" id="{F1E41DF3-528C-4736-C916-94137BEFA757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9" name="Rectangle 888">
                  <a:extLst>
                    <a:ext uri="{FF2B5EF4-FFF2-40B4-BE49-F238E27FC236}">
                      <a16:creationId xmlns:a16="http://schemas.microsoft.com/office/drawing/2014/main" id="{12927E60-83B6-7C59-CB7A-DF08DF901E15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0" name="Rectangle 889">
                  <a:extLst>
                    <a:ext uri="{FF2B5EF4-FFF2-40B4-BE49-F238E27FC236}">
                      <a16:creationId xmlns:a16="http://schemas.microsoft.com/office/drawing/2014/main" id="{2A7881D4-77D5-9445-0813-A8AE1ABB37EB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1" name="Rectangle 890">
                  <a:extLst>
                    <a:ext uri="{FF2B5EF4-FFF2-40B4-BE49-F238E27FC236}">
                      <a16:creationId xmlns:a16="http://schemas.microsoft.com/office/drawing/2014/main" id="{BBCA3211-0C00-15B2-FD61-11DB9095DFF1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2" name="Rectangle 891">
                  <a:extLst>
                    <a:ext uri="{FF2B5EF4-FFF2-40B4-BE49-F238E27FC236}">
                      <a16:creationId xmlns:a16="http://schemas.microsoft.com/office/drawing/2014/main" id="{4608C5A2-0EC3-DA19-02F8-07746FDF7E60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3" name="Rectangle 892">
                  <a:extLst>
                    <a:ext uri="{FF2B5EF4-FFF2-40B4-BE49-F238E27FC236}">
                      <a16:creationId xmlns:a16="http://schemas.microsoft.com/office/drawing/2014/main" id="{BB0227E6-8512-EE1D-CC8B-7CDB5606FBAC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4" name="Rectangle 893">
                  <a:extLst>
                    <a:ext uri="{FF2B5EF4-FFF2-40B4-BE49-F238E27FC236}">
                      <a16:creationId xmlns:a16="http://schemas.microsoft.com/office/drawing/2014/main" id="{CCA59A76-62B2-0AB4-F186-C315822898BF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5" name="Rectangle 894">
                  <a:extLst>
                    <a:ext uri="{FF2B5EF4-FFF2-40B4-BE49-F238E27FC236}">
                      <a16:creationId xmlns:a16="http://schemas.microsoft.com/office/drawing/2014/main" id="{A4100FDB-B6C9-72D6-FBDF-E8E1D404AE37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6" name="Rectangle 895">
                  <a:extLst>
                    <a:ext uri="{FF2B5EF4-FFF2-40B4-BE49-F238E27FC236}">
                      <a16:creationId xmlns:a16="http://schemas.microsoft.com/office/drawing/2014/main" id="{EBE2C513-3F61-F5C7-DAF8-309E9ACF8DAA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7" name="Rectangle 896">
                  <a:extLst>
                    <a:ext uri="{FF2B5EF4-FFF2-40B4-BE49-F238E27FC236}">
                      <a16:creationId xmlns:a16="http://schemas.microsoft.com/office/drawing/2014/main" id="{417CB574-AF21-2785-1191-0A2B41E85FEF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8" name="Rectangle 897">
                  <a:extLst>
                    <a:ext uri="{FF2B5EF4-FFF2-40B4-BE49-F238E27FC236}">
                      <a16:creationId xmlns:a16="http://schemas.microsoft.com/office/drawing/2014/main" id="{C17A8BDE-C636-2C54-74FB-83098B6B0584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9" name="Rectangle 898">
                  <a:extLst>
                    <a:ext uri="{FF2B5EF4-FFF2-40B4-BE49-F238E27FC236}">
                      <a16:creationId xmlns:a16="http://schemas.microsoft.com/office/drawing/2014/main" id="{2D798B80-A525-E5DB-5101-55B51CA08A79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0" name="Rectangle 899">
                  <a:extLst>
                    <a:ext uri="{FF2B5EF4-FFF2-40B4-BE49-F238E27FC236}">
                      <a16:creationId xmlns:a16="http://schemas.microsoft.com/office/drawing/2014/main" id="{08A3E999-F890-264F-FCD8-D7080DD5E38C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1" name="Rectangle 900">
                  <a:extLst>
                    <a:ext uri="{FF2B5EF4-FFF2-40B4-BE49-F238E27FC236}">
                      <a16:creationId xmlns:a16="http://schemas.microsoft.com/office/drawing/2014/main" id="{BD7512D1-5A42-2894-6154-F502533E5E3E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2" name="Rectangle 901">
                  <a:extLst>
                    <a:ext uri="{FF2B5EF4-FFF2-40B4-BE49-F238E27FC236}">
                      <a16:creationId xmlns:a16="http://schemas.microsoft.com/office/drawing/2014/main" id="{80E3D2BB-445E-7431-6B01-D1BC0FE9B959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3" name="Rectangle 902">
                  <a:extLst>
                    <a:ext uri="{FF2B5EF4-FFF2-40B4-BE49-F238E27FC236}">
                      <a16:creationId xmlns:a16="http://schemas.microsoft.com/office/drawing/2014/main" id="{A6B66588-9005-FE5A-DB20-FAE679B8A372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4" name="Rectangle 903">
                  <a:extLst>
                    <a:ext uri="{FF2B5EF4-FFF2-40B4-BE49-F238E27FC236}">
                      <a16:creationId xmlns:a16="http://schemas.microsoft.com/office/drawing/2014/main" id="{74699822-D6D0-8F6F-E8D0-10EBA20347BD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5" name="Rectangle 904">
                  <a:extLst>
                    <a:ext uri="{FF2B5EF4-FFF2-40B4-BE49-F238E27FC236}">
                      <a16:creationId xmlns:a16="http://schemas.microsoft.com/office/drawing/2014/main" id="{43387548-7A02-87EC-E495-8F8F884904D7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6" name="Rectangle 905">
                  <a:extLst>
                    <a:ext uri="{FF2B5EF4-FFF2-40B4-BE49-F238E27FC236}">
                      <a16:creationId xmlns:a16="http://schemas.microsoft.com/office/drawing/2014/main" id="{8E691FC7-2395-C0CE-C5F9-20633D158A0B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7" name="Rectangle 906">
                  <a:extLst>
                    <a:ext uri="{FF2B5EF4-FFF2-40B4-BE49-F238E27FC236}">
                      <a16:creationId xmlns:a16="http://schemas.microsoft.com/office/drawing/2014/main" id="{FE244035-695E-0AB5-FD18-7DD72721ECE9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8" name="Rectangle 907">
                  <a:extLst>
                    <a:ext uri="{FF2B5EF4-FFF2-40B4-BE49-F238E27FC236}">
                      <a16:creationId xmlns:a16="http://schemas.microsoft.com/office/drawing/2014/main" id="{C248FFE7-C597-1B53-3D8B-620471CBCCBE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9" name="Rectangle 908">
                  <a:extLst>
                    <a:ext uri="{FF2B5EF4-FFF2-40B4-BE49-F238E27FC236}">
                      <a16:creationId xmlns:a16="http://schemas.microsoft.com/office/drawing/2014/main" id="{90F1E40C-CBDB-3AF0-9A2F-DECE26AB194B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0" name="Rectangle 909">
                  <a:extLst>
                    <a:ext uri="{FF2B5EF4-FFF2-40B4-BE49-F238E27FC236}">
                      <a16:creationId xmlns:a16="http://schemas.microsoft.com/office/drawing/2014/main" id="{0EFEB9BF-E2AB-FFB8-BE1A-C0AEED63D534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1" name="Rectangle 910">
                  <a:extLst>
                    <a:ext uri="{FF2B5EF4-FFF2-40B4-BE49-F238E27FC236}">
                      <a16:creationId xmlns:a16="http://schemas.microsoft.com/office/drawing/2014/main" id="{BC39877D-7B87-3870-A0A0-06D83592B2B4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2" name="Rectangle 911">
                  <a:extLst>
                    <a:ext uri="{FF2B5EF4-FFF2-40B4-BE49-F238E27FC236}">
                      <a16:creationId xmlns:a16="http://schemas.microsoft.com/office/drawing/2014/main" id="{7418CC24-33F1-D31A-721B-6428646B1850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3" name="Rectangle 912">
                  <a:extLst>
                    <a:ext uri="{FF2B5EF4-FFF2-40B4-BE49-F238E27FC236}">
                      <a16:creationId xmlns:a16="http://schemas.microsoft.com/office/drawing/2014/main" id="{3D2941FF-492B-085C-89FF-861BF6562347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4" name="Rectangle 913">
                  <a:extLst>
                    <a:ext uri="{FF2B5EF4-FFF2-40B4-BE49-F238E27FC236}">
                      <a16:creationId xmlns:a16="http://schemas.microsoft.com/office/drawing/2014/main" id="{262C440F-C2E7-3556-BD32-FA04F4FE5816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850" name="Group 849">
                <a:extLst>
                  <a:ext uri="{FF2B5EF4-FFF2-40B4-BE49-F238E27FC236}">
                    <a16:creationId xmlns:a16="http://schemas.microsoft.com/office/drawing/2014/main" id="{27A1ECFC-E2F4-4C4E-3BD8-EB2C99CED34E}"/>
                  </a:ext>
                </a:extLst>
              </p:cNvPr>
              <p:cNvGrpSpPr/>
              <p:nvPr/>
            </p:nvGrpSpPr>
            <p:grpSpPr>
              <a:xfrm>
                <a:off x="701040" y="0"/>
                <a:ext cx="233680" cy="7477760"/>
                <a:chOff x="0" y="0"/>
                <a:chExt cx="233680" cy="7477760"/>
              </a:xfrm>
            </p:grpSpPr>
            <p:sp>
              <p:nvSpPr>
                <p:cNvPr id="851" name="Rectangle 850">
                  <a:extLst>
                    <a:ext uri="{FF2B5EF4-FFF2-40B4-BE49-F238E27FC236}">
                      <a16:creationId xmlns:a16="http://schemas.microsoft.com/office/drawing/2014/main" id="{3CD5FB32-5DD8-E571-FDA6-BDA4C9C1797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2" name="Rectangle 851">
                  <a:extLst>
                    <a:ext uri="{FF2B5EF4-FFF2-40B4-BE49-F238E27FC236}">
                      <a16:creationId xmlns:a16="http://schemas.microsoft.com/office/drawing/2014/main" id="{002E5A1E-12E8-3F71-D336-16292F80754E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3" name="Rectangle 852">
                  <a:extLst>
                    <a:ext uri="{FF2B5EF4-FFF2-40B4-BE49-F238E27FC236}">
                      <a16:creationId xmlns:a16="http://schemas.microsoft.com/office/drawing/2014/main" id="{8F1C4D4A-6681-A8C0-0D0F-9797FF2637B7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4" name="Rectangle 853">
                  <a:extLst>
                    <a:ext uri="{FF2B5EF4-FFF2-40B4-BE49-F238E27FC236}">
                      <a16:creationId xmlns:a16="http://schemas.microsoft.com/office/drawing/2014/main" id="{7D431AE4-4B9B-332B-ADEF-7579FD087610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5" name="Rectangle 854">
                  <a:extLst>
                    <a:ext uri="{FF2B5EF4-FFF2-40B4-BE49-F238E27FC236}">
                      <a16:creationId xmlns:a16="http://schemas.microsoft.com/office/drawing/2014/main" id="{7EB77A28-8476-38DF-341D-4C4B1179BFE2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6" name="Rectangle 855">
                  <a:extLst>
                    <a:ext uri="{FF2B5EF4-FFF2-40B4-BE49-F238E27FC236}">
                      <a16:creationId xmlns:a16="http://schemas.microsoft.com/office/drawing/2014/main" id="{866F337B-A031-8202-155C-D7DB5BAB59C0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7" name="Rectangle 856">
                  <a:extLst>
                    <a:ext uri="{FF2B5EF4-FFF2-40B4-BE49-F238E27FC236}">
                      <a16:creationId xmlns:a16="http://schemas.microsoft.com/office/drawing/2014/main" id="{419D48F0-2852-9E79-5390-195904A2D30F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8" name="Rectangle 857">
                  <a:extLst>
                    <a:ext uri="{FF2B5EF4-FFF2-40B4-BE49-F238E27FC236}">
                      <a16:creationId xmlns:a16="http://schemas.microsoft.com/office/drawing/2014/main" id="{4A614B09-D177-8A7B-B153-79DE9FC535C4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9" name="Rectangle 858">
                  <a:extLst>
                    <a:ext uri="{FF2B5EF4-FFF2-40B4-BE49-F238E27FC236}">
                      <a16:creationId xmlns:a16="http://schemas.microsoft.com/office/drawing/2014/main" id="{0167D717-CF79-DB8D-D333-E5582C967EA6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0" name="Rectangle 859">
                  <a:extLst>
                    <a:ext uri="{FF2B5EF4-FFF2-40B4-BE49-F238E27FC236}">
                      <a16:creationId xmlns:a16="http://schemas.microsoft.com/office/drawing/2014/main" id="{E21229BB-11A0-5833-C7BC-5A2490357CE4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1" name="Rectangle 860">
                  <a:extLst>
                    <a:ext uri="{FF2B5EF4-FFF2-40B4-BE49-F238E27FC236}">
                      <a16:creationId xmlns:a16="http://schemas.microsoft.com/office/drawing/2014/main" id="{16BAA407-B104-2448-8B0A-DABE50BBEEF0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2" name="Rectangle 861">
                  <a:extLst>
                    <a:ext uri="{FF2B5EF4-FFF2-40B4-BE49-F238E27FC236}">
                      <a16:creationId xmlns:a16="http://schemas.microsoft.com/office/drawing/2014/main" id="{8D4BEE18-973F-8669-C7DA-99A0B27CB0D3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3" name="Rectangle 862">
                  <a:extLst>
                    <a:ext uri="{FF2B5EF4-FFF2-40B4-BE49-F238E27FC236}">
                      <a16:creationId xmlns:a16="http://schemas.microsoft.com/office/drawing/2014/main" id="{96FBDDAA-D9C2-F498-4D8C-A8FAAB5CD51A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4" name="Rectangle 863">
                  <a:extLst>
                    <a:ext uri="{FF2B5EF4-FFF2-40B4-BE49-F238E27FC236}">
                      <a16:creationId xmlns:a16="http://schemas.microsoft.com/office/drawing/2014/main" id="{B4EC4EF3-17D9-771A-A5D3-BD1662A8E3C0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5" name="Rectangle 864">
                  <a:extLst>
                    <a:ext uri="{FF2B5EF4-FFF2-40B4-BE49-F238E27FC236}">
                      <a16:creationId xmlns:a16="http://schemas.microsoft.com/office/drawing/2014/main" id="{B715B6B8-EAE5-6070-67FA-35B049A7DC9F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6" name="Rectangle 865">
                  <a:extLst>
                    <a:ext uri="{FF2B5EF4-FFF2-40B4-BE49-F238E27FC236}">
                      <a16:creationId xmlns:a16="http://schemas.microsoft.com/office/drawing/2014/main" id="{ECD81CE0-A5E2-7008-B591-FEC5503AE0A4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7" name="Rectangle 866">
                  <a:extLst>
                    <a:ext uri="{FF2B5EF4-FFF2-40B4-BE49-F238E27FC236}">
                      <a16:creationId xmlns:a16="http://schemas.microsoft.com/office/drawing/2014/main" id="{E642A1B4-ABB9-E237-4DA6-ACA399FF3038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8" name="Rectangle 867">
                  <a:extLst>
                    <a:ext uri="{FF2B5EF4-FFF2-40B4-BE49-F238E27FC236}">
                      <a16:creationId xmlns:a16="http://schemas.microsoft.com/office/drawing/2014/main" id="{3CA50BFC-A645-9957-5BB4-D8215CD9947B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9" name="Rectangle 868">
                  <a:extLst>
                    <a:ext uri="{FF2B5EF4-FFF2-40B4-BE49-F238E27FC236}">
                      <a16:creationId xmlns:a16="http://schemas.microsoft.com/office/drawing/2014/main" id="{E441CCD6-7031-5E23-ABF9-2C52F3CCC2E6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0" name="Rectangle 869">
                  <a:extLst>
                    <a:ext uri="{FF2B5EF4-FFF2-40B4-BE49-F238E27FC236}">
                      <a16:creationId xmlns:a16="http://schemas.microsoft.com/office/drawing/2014/main" id="{50E07730-BFEB-3E82-C19C-F4C9CAE10EB4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1" name="Rectangle 870">
                  <a:extLst>
                    <a:ext uri="{FF2B5EF4-FFF2-40B4-BE49-F238E27FC236}">
                      <a16:creationId xmlns:a16="http://schemas.microsoft.com/office/drawing/2014/main" id="{B69ED37A-4255-9B72-B6A5-9EB138E5038E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2" name="Rectangle 871">
                  <a:extLst>
                    <a:ext uri="{FF2B5EF4-FFF2-40B4-BE49-F238E27FC236}">
                      <a16:creationId xmlns:a16="http://schemas.microsoft.com/office/drawing/2014/main" id="{F7CA0FA7-B561-DAFB-B48C-B2BD4AFA42C3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3" name="Rectangle 872">
                  <a:extLst>
                    <a:ext uri="{FF2B5EF4-FFF2-40B4-BE49-F238E27FC236}">
                      <a16:creationId xmlns:a16="http://schemas.microsoft.com/office/drawing/2014/main" id="{891C8949-1714-1222-7786-A650845D2565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4" name="Rectangle 873">
                  <a:extLst>
                    <a:ext uri="{FF2B5EF4-FFF2-40B4-BE49-F238E27FC236}">
                      <a16:creationId xmlns:a16="http://schemas.microsoft.com/office/drawing/2014/main" id="{3BAAAB1D-FEFA-B63C-BADB-C338F1A0E3F9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5" name="Rectangle 874">
                  <a:extLst>
                    <a:ext uri="{FF2B5EF4-FFF2-40B4-BE49-F238E27FC236}">
                      <a16:creationId xmlns:a16="http://schemas.microsoft.com/office/drawing/2014/main" id="{676C334B-53F4-6AB7-E2DB-624A3263716B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6" name="Rectangle 875">
                  <a:extLst>
                    <a:ext uri="{FF2B5EF4-FFF2-40B4-BE49-F238E27FC236}">
                      <a16:creationId xmlns:a16="http://schemas.microsoft.com/office/drawing/2014/main" id="{58915ADA-0AAB-EC40-F2C9-1014E6443F33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7" name="Rectangle 876">
                  <a:extLst>
                    <a:ext uri="{FF2B5EF4-FFF2-40B4-BE49-F238E27FC236}">
                      <a16:creationId xmlns:a16="http://schemas.microsoft.com/office/drawing/2014/main" id="{004FA11F-D96C-2A10-C482-7C49CEE4843F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8" name="Rectangle 877">
                  <a:extLst>
                    <a:ext uri="{FF2B5EF4-FFF2-40B4-BE49-F238E27FC236}">
                      <a16:creationId xmlns:a16="http://schemas.microsoft.com/office/drawing/2014/main" id="{1A6903EC-2C5D-5B49-7918-A3B6C60287BB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79" name="Rectangle 878">
                  <a:extLst>
                    <a:ext uri="{FF2B5EF4-FFF2-40B4-BE49-F238E27FC236}">
                      <a16:creationId xmlns:a16="http://schemas.microsoft.com/office/drawing/2014/main" id="{F1C9AB9C-ECB7-8516-88DA-E5C92044DF9B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0" name="Rectangle 879">
                  <a:extLst>
                    <a:ext uri="{FF2B5EF4-FFF2-40B4-BE49-F238E27FC236}">
                      <a16:creationId xmlns:a16="http://schemas.microsoft.com/office/drawing/2014/main" id="{B45BB907-460B-F5C5-AC2B-B25CD23A3574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1" name="Rectangle 880">
                  <a:extLst>
                    <a:ext uri="{FF2B5EF4-FFF2-40B4-BE49-F238E27FC236}">
                      <a16:creationId xmlns:a16="http://schemas.microsoft.com/office/drawing/2014/main" id="{E998A863-84F0-2252-D65B-4695FCCE3C16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2" name="Rectangle 881">
                  <a:extLst>
                    <a:ext uri="{FF2B5EF4-FFF2-40B4-BE49-F238E27FC236}">
                      <a16:creationId xmlns:a16="http://schemas.microsoft.com/office/drawing/2014/main" id="{73ADFD27-ED06-44D8-A8DF-B2429B0A6380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979" name="Group 978">
              <a:extLst>
                <a:ext uri="{FF2B5EF4-FFF2-40B4-BE49-F238E27FC236}">
                  <a16:creationId xmlns:a16="http://schemas.microsoft.com/office/drawing/2014/main" id="{C12E655D-A273-008F-6BB1-5F47C262CB79}"/>
                </a:ext>
              </a:extLst>
            </p:cNvPr>
            <p:cNvGrpSpPr/>
            <p:nvPr/>
          </p:nvGrpSpPr>
          <p:grpSpPr>
            <a:xfrm>
              <a:off x="3738880" y="0"/>
              <a:ext cx="934720" cy="7477760"/>
              <a:chOff x="0" y="0"/>
              <a:chExt cx="934720" cy="7477760"/>
            </a:xfrm>
          </p:grpSpPr>
          <p:grpSp>
            <p:nvGrpSpPr>
              <p:cNvPr id="980" name="Group 979">
                <a:extLst>
                  <a:ext uri="{FF2B5EF4-FFF2-40B4-BE49-F238E27FC236}">
                    <a16:creationId xmlns:a16="http://schemas.microsoft.com/office/drawing/2014/main" id="{155718F0-563F-73A0-5613-BDF40ED52DAB}"/>
                  </a:ext>
                </a:extLst>
              </p:cNvPr>
              <p:cNvGrpSpPr/>
              <p:nvPr/>
            </p:nvGrpSpPr>
            <p:grpSpPr>
              <a:xfrm>
                <a:off x="0" y="0"/>
                <a:ext cx="233680" cy="7477760"/>
                <a:chOff x="0" y="0"/>
                <a:chExt cx="233680" cy="7477760"/>
              </a:xfrm>
            </p:grpSpPr>
            <p:sp>
              <p:nvSpPr>
                <p:cNvPr id="1080" name="Rectangle 1079">
                  <a:extLst>
                    <a:ext uri="{FF2B5EF4-FFF2-40B4-BE49-F238E27FC236}">
                      <a16:creationId xmlns:a16="http://schemas.microsoft.com/office/drawing/2014/main" id="{CBA6F989-A5F9-0166-6C9D-916F21A88CD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1" name="Rectangle 1080">
                  <a:extLst>
                    <a:ext uri="{FF2B5EF4-FFF2-40B4-BE49-F238E27FC236}">
                      <a16:creationId xmlns:a16="http://schemas.microsoft.com/office/drawing/2014/main" id="{0E94097E-B15D-C2A4-217A-5A5B83EA5CA5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2" name="Rectangle 1081">
                  <a:extLst>
                    <a:ext uri="{FF2B5EF4-FFF2-40B4-BE49-F238E27FC236}">
                      <a16:creationId xmlns:a16="http://schemas.microsoft.com/office/drawing/2014/main" id="{D9DBDDFC-1DC3-EE82-0F1D-20939041AE09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3" name="Rectangle 1082">
                  <a:extLst>
                    <a:ext uri="{FF2B5EF4-FFF2-40B4-BE49-F238E27FC236}">
                      <a16:creationId xmlns:a16="http://schemas.microsoft.com/office/drawing/2014/main" id="{A1C8128C-96EB-690C-91AD-A270168AE2C3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4" name="Rectangle 1083">
                  <a:extLst>
                    <a:ext uri="{FF2B5EF4-FFF2-40B4-BE49-F238E27FC236}">
                      <a16:creationId xmlns:a16="http://schemas.microsoft.com/office/drawing/2014/main" id="{D9667BB3-BECE-A0F2-8D81-9C8679037280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5" name="Rectangle 1084">
                  <a:extLst>
                    <a:ext uri="{FF2B5EF4-FFF2-40B4-BE49-F238E27FC236}">
                      <a16:creationId xmlns:a16="http://schemas.microsoft.com/office/drawing/2014/main" id="{8EF7BA22-FEB8-C81E-7584-B21EFBBEF4C2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6" name="Rectangle 1085">
                  <a:extLst>
                    <a:ext uri="{FF2B5EF4-FFF2-40B4-BE49-F238E27FC236}">
                      <a16:creationId xmlns:a16="http://schemas.microsoft.com/office/drawing/2014/main" id="{308565B6-65E2-9E99-1BD2-BADC1DA69515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7" name="Rectangle 1086">
                  <a:extLst>
                    <a:ext uri="{FF2B5EF4-FFF2-40B4-BE49-F238E27FC236}">
                      <a16:creationId xmlns:a16="http://schemas.microsoft.com/office/drawing/2014/main" id="{FEA68E6D-34E2-9B9C-4685-1CE4022B5BC2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8" name="Rectangle 1087">
                  <a:extLst>
                    <a:ext uri="{FF2B5EF4-FFF2-40B4-BE49-F238E27FC236}">
                      <a16:creationId xmlns:a16="http://schemas.microsoft.com/office/drawing/2014/main" id="{E1FCED37-BABB-9DDF-94BE-01FBF1BA796F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9" name="Rectangle 1088">
                  <a:extLst>
                    <a:ext uri="{FF2B5EF4-FFF2-40B4-BE49-F238E27FC236}">
                      <a16:creationId xmlns:a16="http://schemas.microsoft.com/office/drawing/2014/main" id="{D4579FD9-8C51-8486-587F-760AA85EE62C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0" name="Rectangle 1089">
                  <a:extLst>
                    <a:ext uri="{FF2B5EF4-FFF2-40B4-BE49-F238E27FC236}">
                      <a16:creationId xmlns:a16="http://schemas.microsoft.com/office/drawing/2014/main" id="{DB503350-4BE3-95DC-798F-738A86DBFF5F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1" name="Rectangle 1090">
                  <a:extLst>
                    <a:ext uri="{FF2B5EF4-FFF2-40B4-BE49-F238E27FC236}">
                      <a16:creationId xmlns:a16="http://schemas.microsoft.com/office/drawing/2014/main" id="{42314EA4-E79F-62E3-6C9E-336FF4790E17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2" name="Rectangle 1091">
                  <a:extLst>
                    <a:ext uri="{FF2B5EF4-FFF2-40B4-BE49-F238E27FC236}">
                      <a16:creationId xmlns:a16="http://schemas.microsoft.com/office/drawing/2014/main" id="{0C7852F6-09DC-E2A5-6D04-04BA041270A1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3" name="Rectangle 1092">
                  <a:extLst>
                    <a:ext uri="{FF2B5EF4-FFF2-40B4-BE49-F238E27FC236}">
                      <a16:creationId xmlns:a16="http://schemas.microsoft.com/office/drawing/2014/main" id="{9C3EDABA-9BC0-E9B2-E6D1-91E6F5F77EF6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4" name="Rectangle 1093">
                  <a:extLst>
                    <a:ext uri="{FF2B5EF4-FFF2-40B4-BE49-F238E27FC236}">
                      <a16:creationId xmlns:a16="http://schemas.microsoft.com/office/drawing/2014/main" id="{DD4C9316-271B-F2BB-733B-E0FB14460266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5" name="Rectangle 1094">
                  <a:extLst>
                    <a:ext uri="{FF2B5EF4-FFF2-40B4-BE49-F238E27FC236}">
                      <a16:creationId xmlns:a16="http://schemas.microsoft.com/office/drawing/2014/main" id="{5343B6EA-8CC3-BCE7-FF79-2B2560080390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6" name="Rectangle 1095">
                  <a:extLst>
                    <a:ext uri="{FF2B5EF4-FFF2-40B4-BE49-F238E27FC236}">
                      <a16:creationId xmlns:a16="http://schemas.microsoft.com/office/drawing/2014/main" id="{A5789BB5-CA9E-3DF6-BECF-454E4E0257D2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7" name="Rectangle 1096">
                  <a:extLst>
                    <a:ext uri="{FF2B5EF4-FFF2-40B4-BE49-F238E27FC236}">
                      <a16:creationId xmlns:a16="http://schemas.microsoft.com/office/drawing/2014/main" id="{F4A3065E-E684-ABC2-321E-2D643AE88CCE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8" name="Rectangle 1097">
                  <a:extLst>
                    <a:ext uri="{FF2B5EF4-FFF2-40B4-BE49-F238E27FC236}">
                      <a16:creationId xmlns:a16="http://schemas.microsoft.com/office/drawing/2014/main" id="{3D6542A5-6B2D-2F78-94C2-EF81B0314847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9" name="Rectangle 1098">
                  <a:extLst>
                    <a:ext uri="{FF2B5EF4-FFF2-40B4-BE49-F238E27FC236}">
                      <a16:creationId xmlns:a16="http://schemas.microsoft.com/office/drawing/2014/main" id="{A2CF1002-0D17-005A-A588-ACFB8ACD8495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0" name="Rectangle 1099">
                  <a:extLst>
                    <a:ext uri="{FF2B5EF4-FFF2-40B4-BE49-F238E27FC236}">
                      <a16:creationId xmlns:a16="http://schemas.microsoft.com/office/drawing/2014/main" id="{BBF2E933-CB20-DBE7-34B1-D1C8786ACAEC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1" name="Rectangle 1100">
                  <a:extLst>
                    <a:ext uri="{FF2B5EF4-FFF2-40B4-BE49-F238E27FC236}">
                      <a16:creationId xmlns:a16="http://schemas.microsoft.com/office/drawing/2014/main" id="{D4C92B72-40BF-B3DD-89D3-D122BE341CEA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2" name="Rectangle 1101">
                  <a:extLst>
                    <a:ext uri="{FF2B5EF4-FFF2-40B4-BE49-F238E27FC236}">
                      <a16:creationId xmlns:a16="http://schemas.microsoft.com/office/drawing/2014/main" id="{9D5AE4B0-FEE0-7631-00B4-E8BBE70D9211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3" name="Rectangle 1102">
                  <a:extLst>
                    <a:ext uri="{FF2B5EF4-FFF2-40B4-BE49-F238E27FC236}">
                      <a16:creationId xmlns:a16="http://schemas.microsoft.com/office/drawing/2014/main" id="{217B251E-5B7E-E513-2D8E-B6B3F464EF0D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4" name="Rectangle 1103">
                  <a:extLst>
                    <a:ext uri="{FF2B5EF4-FFF2-40B4-BE49-F238E27FC236}">
                      <a16:creationId xmlns:a16="http://schemas.microsoft.com/office/drawing/2014/main" id="{45503C2C-1CDD-B9F0-6E3E-FA60F605846C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5" name="Rectangle 1104">
                  <a:extLst>
                    <a:ext uri="{FF2B5EF4-FFF2-40B4-BE49-F238E27FC236}">
                      <a16:creationId xmlns:a16="http://schemas.microsoft.com/office/drawing/2014/main" id="{AC29B03E-FD8C-27BC-76D4-FF31293A19B6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6" name="Rectangle 1105">
                  <a:extLst>
                    <a:ext uri="{FF2B5EF4-FFF2-40B4-BE49-F238E27FC236}">
                      <a16:creationId xmlns:a16="http://schemas.microsoft.com/office/drawing/2014/main" id="{80BD52AC-085D-055B-48A6-6F3B2B80D3D7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7" name="Rectangle 1106">
                  <a:extLst>
                    <a:ext uri="{FF2B5EF4-FFF2-40B4-BE49-F238E27FC236}">
                      <a16:creationId xmlns:a16="http://schemas.microsoft.com/office/drawing/2014/main" id="{2468DB92-0F09-E890-F508-D0DB2C47EAB2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8" name="Rectangle 1107">
                  <a:extLst>
                    <a:ext uri="{FF2B5EF4-FFF2-40B4-BE49-F238E27FC236}">
                      <a16:creationId xmlns:a16="http://schemas.microsoft.com/office/drawing/2014/main" id="{D60F5CE9-B4DE-F769-7B77-E714828AF0E6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9" name="Rectangle 1108">
                  <a:extLst>
                    <a:ext uri="{FF2B5EF4-FFF2-40B4-BE49-F238E27FC236}">
                      <a16:creationId xmlns:a16="http://schemas.microsoft.com/office/drawing/2014/main" id="{731E0E82-A66D-13E4-47DD-9CB6C6026A1C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0" name="Rectangle 1109">
                  <a:extLst>
                    <a:ext uri="{FF2B5EF4-FFF2-40B4-BE49-F238E27FC236}">
                      <a16:creationId xmlns:a16="http://schemas.microsoft.com/office/drawing/2014/main" id="{C0B22648-E739-341D-2EF6-C26429C12DC0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1" name="Rectangle 1110">
                  <a:extLst>
                    <a:ext uri="{FF2B5EF4-FFF2-40B4-BE49-F238E27FC236}">
                      <a16:creationId xmlns:a16="http://schemas.microsoft.com/office/drawing/2014/main" id="{2DF33DAE-C096-6E38-ABCC-93E3664F3333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81" name="Group 980">
                <a:extLst>
                  <a:ext uri="{FF2B5EF4-FFF2-40B4-BE49-F238E27FC236}">
                    <a16:creationId xmlns:a16="http://schemas.microsoft.com/office/drawing/2014/main" id="{35C5816E-805B-4AE7-85DA-80C8F9B3C9E7}"/>
                  </a:ext>
                </a:extLst>
              </p:cNvPr>
              <p:cNvGrpSpPr/>
              <p:nvPr/>
            </p:nvGrpSpPr>
            <p:grpSpPr>
              <a:xfrm>
                <a:off x="233680" y="0"/>
                <a:ext cx="233680" cy="7477760"/>
                <a:chOff x="0" y="0"/>
                <a:chExt cx="233680" cy="7477760"/>
              </a:xfrm>
            </p:grpSpPr>
            <p:sp>
              <p:nvSpPr>
                <p:cNvPr id="1048" name="Rectangle 1047">
                  <a:extLst>
                    <a:ext uri="{FF2B5EF4-FFF2-40B4-BE49-F238E27FC236}">
                      <a16:creationId xmlns:a16="http://schemas.microsoft.com/office/drawing/2014/main" id="{FCC9F165-7F32-FC92-74D9-1E7FB81BC85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9" name="Rectangle 1048">
                  <a:extLst>
                    <a:ext uri="{FF2B5EF4-FFF2-40B4-BE49-F238E27FC236}">
                      <a16:creationId xmlns:a16="http://schemas.microsoft.com/office/drawing/2014/main" id="{C440F5CE-79E8-5B4C-6F62-392A3FDA6568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0" name="Rectangle 1049">
                  <a:extLst>
                    <a:ext uri="{FF2B5EF4-FFF2-40B4-BE49-F238E27FC236}">
                      <a16:creationId xmlns:a16="http://schemas.microsoft.com/office/drawing/2014/main" id="{CD00286E-5D3B-1FE2-595F-8499C1882267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1" name="Rectangle 1050">
                  <a:extLst>
                    <a:ext uri="{FF2B5EF4-FFF2-40B4-BE49-F238E27FC236}">
                      <a16:creationId xmlns:a16="http://schemas.microsoft.com/office/drawing/2014/main" id="{BAA8DB30-BCE5-21C9-C4B4-33DB0D718E97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2" name="Rectangle 1051">
                  <a:extLst>
                    <a:ext uri="{FF2B5EF4-FFF2-40B4-BE49-F238E27FC236}">
                      <a16:creationId xmlns:a16="http://schemas.microsoft.com/office/drawing/2014/main" id="{44B0F400-5A22-AC63-70A0-67FD005CA23D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3" name="Rectangle 1052">
                  <a:extLst>
                    <a:ext uri="{FF2B5EF4-FFF2-40B4-BE49-F238E27FC236}">
                      <a16:creationId xmlns:a16="http://schemas.microsoft.com/office/drawing/2014/main" id="{E2F241B2-EAD5-B060-B96D-3F7AE5ECE0A0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4" name="Rectangle 1053">
                  <a:extLst>
                    <a:ext uri="{FF2B5EF4-FFF2-40B4-BE49-F238E27FC236}">
                      <a16:creationId xmlns:a16="http://schemas.microsoft.com/office/drawing/2014/main" id="{2DC0B5B7-165B-34C3-8AE6-AEBB38E089C5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5" name="Rectangle 1054">
                  <a:extLst>
                    <a:ext uri="{FF2B5EF4-FFF2-40B4-BE49-F238E27FC236}">
                      <a16:creationId xmlns:a16="http://schemas.microsoft.com/office/drawing/2014/main" id="{B8D97FC1-A3FE-E23F-7CAC-CFC179D28CB7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6" name="Rectangle 1055">
                  <a:extLst>
                    <a:ext uri="{FF2B5EF4-FFF2-40B4-BE49-F238E27FC236}">
                      <a16:creationId xmlns:a16="http://schemas.microsoft.com/office/drawing/2014/main" id="{B4E06452-1EA2-5F16-90AC-5C19A597DD2D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7" name="Rectangle 1056">
                  <a:extLst>
                    <a:ext uri="{FF2B5EF4-FFF2-40B4-BE49-F238E27FC236}">
                      <a16:creationId xmlns:a16="http://schemas.microsoft.com/office/drawing/2014/main" id="{67836E59-0C6D-FE9C-FFAE-67D003C6F31B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8" name="Rectangle 1057">
                  <a:extLst>
                    <a:ext uri="{FF2B5EF4-FFF2-40B4-BE49-F238E27FC236}">
                      <a16:creationId xmlns:a16="http://schemas.microsoft.com/office/drawing/2014/main" id="{B01A9386-B2EA-428F-B5F7-44CAD7A27A54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9" name="Rectangle 1058">
                  <a:extLst>
                    <a:ext uri="{FF2B5EF4-FFF2-40B4-BE49-F238E27FC236}">
                      <a16:creationId xmlns:a16="http://schemas.microsoft.com/office/drawing/2014/main" id="{36C8E3E6-0577-924B-0489-BDB258EA99E2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0" name="Rectangle 1059">
                  <a:extLst>
                    <a:ext uri="{FF2B5EF4-FFF2-40B4-BE49-F238E27FC236}">
                      <a16:creationId xmlns:a16="http://schemas.microsoft.com/office/drawing/2014/main" id="{6C7D0207-0A3D-9A71-4846-828EA4DFE12F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1" name="Rectangle 1060">
                  <a:extLst>
                    <a:ext uri="{FF2B5EF4-FFF2-40B4-BE49-F238E27FC236}">
                      <a16:creationId xmlns:a16="http://schemas.microsoft.com/office/drawing/2014/main" id="{FEA0C323-EC07-5634-3618-E913B0F7A697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2" name="Rectangle 1061">
                  <a:extLst>
                    <a:ext uri="{FF2B5EF4-FFF2-40B4-BE49-F238E27FC236}">
                      <a16:creationId xmlns:a16="http://schemas.microsoft.com/office/drawing/2014/main" id="{433787B4-0F7F-C51B-708A-E49063BE1384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3" name="Rectangle 1062">
                  <a:extLst>
                    <a:ext uri="{FF2B5EF4-FFF2-40B4-BE49-F238E27FC236}">
                      <a16:creationId xmlns:a16="http://schemas.microsoft.com/office/drawing/2014/main" id="{180E79A6-37E6-173E-3F20-3F009A305D31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4" name="Rectangle 1063">
                  <a:extLst>
                    <a:ext uri="{FF2B5EF4-FFF2-40B4-BE49-F238E27FC236}">
                      <a16:creationId xmlns:a16="http://schemas.microsoft.com/office/drawing/2014/main" id="{D8C93FE2-8550-E25D-9CED-3C1669FF776F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5" name="Rectangle 1064">
                  <a:extLst>
                    <a:ext uri="{FF2B5EF4-FFF2-40B4-BE49-F238E27FC236}">
                      <a16:creationId xmlns:a16="http://schemas.microsoft.com/office/drawing/2014/main" id="{CBEBB5D3-FD1E-EFDF-6F86-69D979E4CBAC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6" name="Rectangle 1065">
                  <a:extLst>
                    <a:ext uri="{FF2B5EF4-FFF2-40B4-BE49-F238E27FC236}">
                      <a16:creationId xmlns:a16="http://schemas.microsoft.com/office/drawing/2014/main" id="{D9F03BD0-581C-1D67-07F3-D1B25B37872B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7" name="Rectangle 1066">
                  <a:extLst>
                    <a:ext uri="{FF2B5EF4-FFF2-40B4-BE49-F238E27FC236}">
                      <a16:creationId xmlns:a16="http://schemas.microsoft.com/office/drawing/2014/main" id="{934A1C03-4452-1830-D01D-775D93045B05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8" name="Rectangle 1067">
                  <a:extLst>
                    <a:ext uri="{FF2B5EF4-FFF2-40B4-BE49-F238E27FC236}">
                      <a16:creationId xmlns:a16="http://schemas.microsoft.com/office/drawing/2014/main" id="{B1415E62-67F4-50D1-EA43-6F5D11AE3659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9" name="Rectangle 1068">
                  <a:extLst>
                    <a:ext uri="{FF2B5EF4-FFF2-40B4-BE49-F238E27FC236}">
                      <a16:creationId xmlns:a16="http://schemas.microsoft.com/office/drawing/2014/main" id="{A9B9F6AC-272E-E847-98F1-D7281B3FC567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0" name="Rectangle 1069">
                  <a:extLst>
                    <a:ext uri="{FF2B5EF4-FFF2-40B4-BE49-F238E27FC236}">
                      <a16:creationId xmlns:a16="http://schemas.microsoft.com/office/drawing/2014/main" id="{B9D742AA-2C27-0286-2823-89F141292A45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1" name="Rectangle 1070">
                  <a:extLst>
                    <a:ext uri="{FF2B5EF4-FFF2-40B4-BE49-F238E27FC236}">
                      <a16:creationId xmlns:a16="http://schemas.microsoft.com/office/drawing/2014/main" id="{162B801B-FDDB-F2B7-A339-BD62C42F3CE8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2" name="Rectangle 1071">
                  <a:extLst>
                    <a:ext uri="{FF2B5EF4-FFF2-40B4-BE49-F238E27FC236}">
                      <a16:creationId xmlns:a16="http://schemas.microsoft.com/office/drawing/2014/main" id="{0A3822B5-1C05-FAAE-65F3-744223626AC3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3" name="Rectangle 1072">
                  <a:extLst>
                    <a:ext uri="{FF2B5EF4-FFF2-40B4-BE49-F238E27FC236}">
                      <a16:creationId xmlns:a16="http://schemas.microsoft.com/office/drawing/2014/main" id="{A0FA6D1D-1884-71CE-17E0-410B8C3D0978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4" name="Rectangle 1073">
                  <a:extLst>
                    <a:ext uri="{FF2B5EF4-FFF2-40B4-BE49-F238E27FC236}">
                      <a16:creationId xmlns:a16="http://schemas.microsoft.com/office/drawing/2014/main" id="{8250E25F-07D5-41C6-E8E8-C86BFD2F4FF5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5" name="Rectangle 1074">
                  <a:extLst>
                    <a:ext uri="{FF2B5EF4-FFF2-40B4-BE49-F238E27FC236}">
                      <a16:creationId xmlns:a16="http://schemas.microsoft.com/office/drawing/2014/main" id="{6D3518D5-7777-4F29-66C9-204FBFFE9F39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6" name="Rectangle 1075">
                  <a:extLst>
                    <a:ext uri="{FF2B5EF4-FFF2-40B4-BE49-F238E27FC236}">
                      <a16:creationId xmlns:a16="http://schemas.microsoft.com/office/drawing/2014/main" id="{27F71D1E-E4F9-0F6E-1716-1923EE44EF04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7" name="Rectangle 1076">
                  <a:extLst>
                    <a:ext uri="{FF2B5EF4-FFF2-40B4-BE49-F238E27FC236}">
                      <a16:creationId xmlns:a16="http://schemas.microsoft.com/office/drawing/2014/main" id="{8D004621-531E-6B14-262E-BFF63D94E3E5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8" name="Rectangle 1077">
                  <a:extLst>
                    <a:ext uri="{FF2B5EF4-FFF2-40B4-BE49-F238E27FC236}">
                      <a16:creationId xmlns:a16="http://schemas.microsoft.com/office/drawing/2014/main" id="{5CD2C1A4-56EC-E0CD-29DC-CADD453F8275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9" name="Rectangle 1078">
                  <a:extLst>
                    <a:ext uri="{FF2B5EF4-FFF2-40B4-BE49-F238E27FC236}">
                      <a16:creationId xmlns:a16="http://schemas.microsoft.com/office/drawing/2014/main" id="{572111A6-438C-77EB-2AC7-D785D04B666F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82" name="Group 981">
                <a:extLst>
                  <a:ext uri="{FF2B5EF4-FFF2-40B4-BE49-F238E27FC236}">
                    <a16:creationId xmlns:a16="http://schemas.microsoft.com/office/drawing/2014/main" id="{8387B45C-8E28-E270-839F-FBDB7CF116E8}"/>
                  </a:ext>
                </a:extLst>
              </p:cNvPr>
              <p:cNvGrpSpPr/>
              <p:nvPr/>
            </p:nvGrpSpPr>
            <p:grpSpPr>
              <a:xfrm>
                <a:off x="467360" y="0"/>
                <a:ext cx="233680" cy="7477760"/>
                <a:chOff x="0" y="0"/>
                <a:chExt cx="233680" cy="7477760"/>
              </a:xfrm>
            </p:grpSpPr>
            <p:sp>
              <p:nvSpPr>
                <p:cNvPr id="1016" name="Rectangle 1015">
                  <a:extLst>
                    <a:ext uri="{FF2B5EF4-FFF2-40B4-BE49-F238E27FC236}">
                      <a16:creationId xmlns:a16="http://schemas.microsoft.com/office/drawing/2014/main" id="{9A38E555-AC2F-B809-B64A-10F2D9088B0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7" name="Rectangle 1016">
                  <a:extLst>
                    <a:ext uri="{FF2B5EF4-FFF2-40B4-BE49-F238E27FC236}">
                      <a16:creationId xmlns:a16="http://schemas.microsoft.com/office/drawing/2014/main" id="{3E65BC74-450E-E022-2378-7463AF811717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8" name="Rectangle 1017">
                  <a:extLst>
                    <a:ext uri="{FF2B5EF4-FFF2-40B4-BE49-F238E27FC236}">
                      <a16:creationId xmlns:a16="http://schemas.microsoft.com/office/drawing/2014/main" id="{211D2655-A598-EB43-E0E2-C26D7204B6BF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9" name="Rectangle 1018">
                  <a:extLst>
                    <a:ext uri="{FF2B5EF4-FFF2-40B4-BE49-F238E27FC236}">
                      <a16:creationId xmlns:a16="http://schemas.microsoft.com/office/drawing/2014/main" id="{13AE1B26-129F-410F-0613-2E862A7218E4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0" name="Rectangle 1019">
                  <a:extLst>
                    <a:ext uri="{FF2B5EF4-FFF2-40B4-BE49-F238E27FC236}">
                      <a16:creationId xmlns:a16="http://schemas.microsoft.com/office/drawing/2014/main" id="{44B5E9D6-C1C7-3AA0-A3CF-5C3919BAB787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1" name="Rectangle 1020">
                  <a:extLst>
                    <a:ext uri="{FF2B5EF4-FFF2-40B4-BE49-F238E27FC236}">
                      <a16:creationId xmlns:a16="http://schemas.microsoft.com/office/drawing/2014/main" id="{4C650351-D2C7-E517-A4CF-FCFCC476D23A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2" name="Rectangle 1021">
                  <a:extLst>
                    <a:ext uri="{FF2B5EF4-FFF2-40B4-BE49-F238E27FC236}">
                      <a16:creationId xmlns:a16="http://schemas.microsoft.com/office/drawing/2014/main" id="{5D3A499E-8B9C-7E32-9E18-454A4BC4A0D1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3" name="Rectangle 1022">
                  <a:extLst>
                    <a:ext uri="{FF2B5EF4-FFF2-40B4-BE49-F238E27FC236}">
                      <a16:creationId xmlns:a16="http://schemas.microsoft.com/office/drawing/2014/main" id="{A77D21A2-0D70-42E8-BA52-8B157604576D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4" name="Rectangle 1023">
                  <a:extLst>
                    <a:ext uri="{FF2B5EF4-FFF2-40B4-BE49-F238E27FC236}">
                      <a16:creationId xmlns:a16="http://schemas.microsoft.com/office/drawing/2014/main" id="{DC0F41B7-39BB-53F8-1A2A-0FB1712988E8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5" name="Rectangle 1024">
                  <a:extLst>
                    <a:ext uri="{FF2B5EF4-FFF2-40B4-BE49-F238E27FC236}">
                      <a16:creationId xmlns:a16="http://schemas.microsoft.com/office/drawing/2014/main" id="{A1B768D2-819E-270B-18AD-B94FEC7E1A66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6" name="Rectangle 1025">
                  <a:extLst>
                    <a:ext uri="{FF2B5EF4-FFF2-40B4-BE49-F238E27FC236}">
                      <a16:creationId xmlns:a16="http://schemas.microsoft.com/office/drawing/2014/main" id="{5C9C25D5-F449-50EF-9F99-A34E45634A71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7" name="Rectangle 1026">
                  <a:extLst>
                    <a:ext uri="{FF2B5EF4-FFF2-40B4-BE49-F238E27FC236}">
                      <a16:creationId xmlns:a16="http://schemas.microsoft.com/office/drawing/2014/main" id="{B2A35C41-C7B3-CB7C-A8E6-936BF2E57F55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8" name="Rectangle 1027">
                  <a:extLst>
                    <a:ext uri="{FF2B5EF4-FFF2-40B4-BE49-F238E27FC236}">
                      <a16:creationId xmlns:a16="http://schemas.microsoft.com/office/drawing/2014/main" id="{6D56E884-09A0-D59E-B034-423E72E50126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9" name="Rectangle 1028">
                  <a:extLst>
                    <a:ext uri="{FF2B5EF4-FFF2-40B4-BE49-F238E27FC236}">
                      <a16:creationId xmlns:a16="http://schemas.microsoft.com/office/drawing/2014/main" id="{081A6C9D-5D36-32F7-F485-9C18DEE012E0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0" name="Rectangle 1029">
                  <a:extLst>
                    <a:ext uri="{FF2B5EF4-FFF2-40B4-BE49-F238E27FC236}">
                      <a16:creationId xmlns:a16="http://schemas.microsoft.com/office/drawing/2014/main" id="{F50D27AE-4806-3C96-410F-9C6A68133C48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1" name="Rectangle 1030">
                  <a:extLst>
                    <a:ext uri="{FF2B5EF4-FFF2-40B4-BE49-F238E27FC236}">
                      <a16:creationId xmlns:a16="http://schemas.microsoft.com/office/drawing/2014/main" id="{FC52AB2B-DE9B-DE5D-942A-53775EE0132A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2" name="Rectangle 1031">
                  <a:extLst>
                    <a:ext uri="{FF2B5EF4-FFF2-40B4-BE49-F238E27FC236}">
                      <a16:creationId xmlns:a16="http://schemas.microsoft.com/office/drawing/2014/main" id="{4B0E6A22-3CF0-5755-B868-A1D530232B35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3" name="Rectangle 1032">
                  <a:extLst>
                    <a:ext uri="{FF2B5EF4-FFF2-40B4-BE49-F238E27FC236}">
                      <a16:creationId xmlns:a16="http://schemas.microsoft.com/office/drawing/2014/main" id="{BAC4D695-9DA1-0BB5-A527-3BF3AB48267E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4" name="Rectangle 1033">
                  <a:extLst>
                    <a:ext uri="{FF2B5EF4-FFF2-40B4-BE49-F238E27FC236}">
                      <a16:creationId xmlns:a16="http://schemas.microsoft.com/office/drawing/2014/main" id="{4085836B-7F85-F45D-C3D9-EC590F892F75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5" name="Rectangle 1034">
                  <a:extLst>
                    <a:ext uri="{FF2B5EF4-FFF2-40B4-BE49-F238E27FC236}">
                      <a16:creationId xmlns:a16="http://schemas.microsoft.com/office/drawing/2014/main" id="{2515EEB2-2CA3-A8F3-DC08-00C9A21C781C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6" name="Rectangle 1035">
                  <a:extLst>
                    <a:ext uri="{FF2B5EF4-FFF2-40B4-BE49-F238E27FC236}">
                      <a16:creationId xmlns:a16="http://schemas.microsoft.com/office/drawing/2014/main" id="{9E96B6D6-24BA-2559-9070-2A65277D0649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7" name="Rectangle 1036">
                  <a:extLst>
                    <a:ext uri="{FF2B5EF4-FFF2-40B4-BE49-F238E27FC236}">
                      <a16:creationId xmlns:a16="http://schemas.microsoft.com/office/drawing/2014/main" id="{476292A0-D0CD-2E4F-1ED4-B740D8190393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8" name="Rectangle 1037">
                  <a:extLst>
                    <a:ext uri="{FF2B5EF4-FFF2-40B4-BE49-F238E27FC236}">
                      <a16:creationId xmlns:a16="http://schemas.microsoft.com/office/drawing/2014/main" id="{0E4D9E03-9675-C57F-8DDE-57ADCCB51424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9" name="Rectangle 1038">
                  <a:extLst>
                    <a:ext uri="{FF2B5EF4-FFF2-40B4-BE49-F238E27FC236}">
                      <a16:creationId xmlns:a16="http://schemas.microsoft.com/office/drawing/2014/main" id="{E28A47D0-AD56-8A46-CEAF-8F5F8563D222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0" name="Rectangle 1039">
                  <a:extLst>
                    <a:ext uri="{FF2B5EF4-FFF2-40B4-BE49-F238E27FC236}">
                      <a16:creationId xmlns:a16="http://schemas.microsoft.com/office/drawing/2014/main" id="{48968EE4-09E4-7FAF-DEDB-3BE52767B327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1" name="Rectangle 1040">
                  <a:extLst>
                    <a:ext uri="{FF2B5EF4-FFF2-40B4-BE49-F238E27FC236}">
                      <a16:creationId xmlns:a16="http://schemas.microsoft.com/office/drawing/2014/main" id="{F8A6FF7A-B821-E22A-D360-630FA406B4AB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2" name="Rectangle 1041">
                  <a:extLst>
                    <a:ext uri="{FF2B5EF4-FFF2-40B4-BE49-F238E27FC236}">
                      <a16:creationId xmlns:a16="http://schemas.microsoft.com/office/drawing/2014/main" id="{A24337FE-4495-5140-2EFF-E71E6745BA68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3" name="Rectangle 1042">
                  <a:extLst>
                    <a:ext uri="{FF2B5EF4-FFF2-40B4-BE49-F238E27FC236}">
                      <a16:creationId xmlns:a16="http://schemas.microsoft.com/office/drawing/2014/main" id="{9296A488-DA5F-622D-832C-83A7E752EEA0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4" name="Rectangle 1043">
                  <a:extLst>
                    <a:ext uri="{FF2B5EF4-FFF2-40B4-BE49-F238E27FC236}">
                      <a16:creationId xmlns:a16="http://schemas.microsoft.com/office/drawing/2014/main" id="{52E5BD03-EDED-7990-1A00-F983E2506290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5" name="Rectangle 1044">
                  <a:extLst>
                    <a:ext uri="{FF2B5EF4-FFF2-40B4-BE49-F238E27FC236}">
                      <a16:creationId xmlns:a16="http://schemas.microsoft.com/office/drawing/2014/main" id="{CFF80A2B-E4DD-49CB-DD7B-1624E016AB57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6" name="Rectangle 1045">
                  <a:extLst>
                    <a:ext uri="{FF2B5EF4-FFF2-40B4-BE49-F238E27FC236}">
                      <a16:creationId xmlns:a16="http://schemas.microsoft.com/office/drawing/2014/main" id="{AD6BC476-6791-C0B7-ED5C-9EDF7CF62FF0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7" name="Rectangle 1046">
                  <a:extLst>
                    <a:ext uri="{FF2B5EF4-FFF2-40B4-BE49-F238E27FC236}">
                      <a16:creationId xmlns:a16="http://schemas.microsoft.com/office/drawing/2014/main" id="{30A8F2F6-5B1F-8F44-45A6-BFDF923115F5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83" name="Group 982">
                <a:extLst>
                  <a:ext uri="{FF2B5EF4-FFF2-40B4-BE49-F238E27FC236}">
                    <a16:creationId xmlns:a16="http://schemas.microsoft.com/office/drawing/2014/main" id="{586324B0-5137-6AE9-FE8E-63B896BAED4E}"/>
                  </a:ext>
                </a:extLst>
              </p:cNvPr>
              <p:cNvGrpSpPr/>
              <p:nvPr/>
            </p:nvGrpSpPr>
            <p:grpSpPr>
              <a:xfrm>
                <a:off x="701040" y="0"/>
                <a:ext cx="233680" cy="7477760"/>
                <a:chOff x="0" y="0"/>
                <a:chExt cx="233680" cy="7477760"/>
              </a:xfrm>
            </p:grpSpPr>
            <p:sp>
              <p:nvSpPr>
                <p:cNvPr id="984" name="Rectangle 983">
                  <a:extLst>
                    <a:ext uri="{FF2B5EF4-FFF2-40B4-BE49-F238E27FC236}">
                      <a16:creationId xmlns:a16="http://schemas.microsoft.com/office/drawing/2014/main" id="{6458BC53-DB8A-84C7-644F-0CEE4B01449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5" name="Rectangle 984">
                  <a:extLst>
                    <a:ext uri="{FF2B5EF4-FFF2-40B4-BE49-F238E27FC236}">
                      <a16:creationId xmlns:a16="http://schemas.microsoft.com/office/drawing/2014/main" id="{27314F75-B4AE-956A-ECBA-E0E6316D3B05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6" name="Rectangle 985">
                  <a:extLst>
                    <a:ext uri="{FF2B5EF4-FFF2-40B4-BE49-F238E27FC236}">
                      <a16:creationId xmlns:a16="http://schemas.microsoft.com/office/drawing/2014/main" id="{3FB969A0-6CAA-4477-EE3C-97BE12F3FD01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7" name="Rectangle 986">
                  <a:extLst>
                    <a:ext uri="{FF2B5EF4-FFF2-40B4-BE49-F238E27FC236}">
                      <a16:creationId xmlns:a16="http://schemas.microsoft.com/office/drawing/2014/main" id="{F905350F-3CD9-D8BB-6788-0FA0FB9BDE1F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8" name="Rectangle 987">
                  <a:extLst>
                    <a:ext uri="{FF2B5EF4-FFF2-40B4-BE49-F238E27FC236}">
                      <a16:creationId xmlns:a16="http://schemas.microsoft.com/office/drawing/2014/main" id="{AAAF851E-8E5B-AF20-32F0-C1716DCF3362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9" name="Rectangle 988">
                  <a:extLst>
                    <a:ext uri="{FF2B5EF4-FFF2-40B4-BE49-F238E27FC236}">
                      <a16:creationId xmlns:a16="http://schemas.microsoft.com/office/drawing/2014/main" id="{A02CBB93-A072-6882-219C-C3668A3D7C4E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0" name="Rectangle 989">
                  <a:extLst>
                    <a:ext uri="{FF2B5EF4-FFF2-40B4-BE49-F238E27FC236}">
                      <a16:creationId xmlns:a16="http://schemas.microsoft.com/office/drawing/2014/main" id="{533064F2-4CEA-4CAF-8530-7034E50D07C4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1" name="Rectangle 990">
                  <a:extLst>
                    <a:ext uri="{FF2B5EF4-FFF2-40B4-BE49-F238E27FC236}">
                      <a16:creationId xmlns:a16="http://schemas.microsoft.com/office/drawing/2014/main" id="{E98AA521-44C8-7516-DB94-3196D4017E92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2" name="Rectangle 991">
                  <a:extLst>
                    <a:ext uri="{FF2B5EF4-FFF2-40B4-BE49-F238E27FC236}">
                      <a16:creationId xmlns:a16="http://schemas.microsoft.com/office/drawing/2014/main" id="{7B729AD2-AFD0-0607-B34D-44D95B2F3E2C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3" name="Rectangle 992">
                  <a:extLst>
                    <a:ext uri="{FF2B5EF4-FFF2-40B4-BE49-F238E27FC236}">
                      <a16:creationId xmlns:a16="http://schemas.microsoft.com/office/drawing/2014/main" id="{54B90CB7-3A66-CC86-411E-8660580BF1E7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4" name="Rectangle 993">
                  <a:extLst>
                    <a:ext uri="{FF2B5EF4-FFF2-40B4-BE49-F238E27FC236}">
                      <a16:creationId xmlns:a16="http://schemas.microsoft.com/office/drawing/2014/main" id="{F5BCF7FB-35BC-24DC-9A48-620A8CC2CB92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5" name="Rectangle 994">
                  <a:extLst>
                    <a:ext uri="{FF2B5EF4-FFF2-40B4-BE49-F238E27FC236}">
                      <a16:creationId xmlns:a16="http://schemas.microsoft.com/office/drawing/2014/main" id="{1EDA8C28-DE53-1D61-DC7D-649C66963E8C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6" name="Rectangle 995">
                  <a:extLst>
                    <a:ext uri="{FF2B5EF4-FFF2-40B4-BE49-F238E27FC236}">
                      <a16:creationId xmlns:a16="http://schemas.microsoft.com/office/drawing/2014/main" id="{5957B174-CB81-EFDE-3E0B-203560C2EE11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7" name="Rectangle 996">
                  <a:extLst>
                    <a:ext uri="{FF2B5EF4-FFF2-40B4-BE49-F238E27FC236}">
                      <a16:creationId xmlns:a16="http://schemas.microsoft.com/office/drawing/2014/main" id="{9AB96527-9DBC-746B-AE93-063D167162CF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8" name="Rectangle 997">
                  <a:extLst>
                    <a:ext uri="{FF2B5EF4-FFF2-40B4-BE49-F238E27FC236}">
                      <a16:creationId xmlns:a16="http://schemas.microsoft.com/office/drawing/2014/main" id="{A2AB3D16-189F-AC1F-D2A0-FE350B2EAAA4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9" name="Rectangle 998">
                  <a:extLst>
                    <a:ext uri="{FF2B5EF4-FFF2-40B4-BE49-F238E27FC236}">
                      <a16:creationId xmlns:a16="http://schemas.microsoft.com/office/drawing/2014/main" id="{3FBFED49-2B9B-BDE4-2CDC-7D8423AFC16A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0" name="Rectangle 999">
                  <a:extLst>
                    <a:ext uri="{FF2B5EF4-FFF2-40B4-BE49-F238E27FC236}">
                      <a16:creationId xmlns:a16="http://schemas.microsoft.com/office/drawing/2014/main" id="{79237259-656D-EC6C-D35A-A39B57B3322E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1" name="Rectangle 1000">
                  <a:extLst>
                    <a:ext uri="{FF2B5EF4-FFF2-40B4-BE49-F238E27FC236}">
                      <a16:creationId xmlns:a16="http://schemas.microsoft.com/office/drawing/2014/main" id="{ECC390F1-8928-DC73-20EF-C6FBAA50D6C0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2" name="Rectangle 1001">
                  <a:extLst>
                    <a:ext uri="{FF2B5EF4-FFF2-40B4-BE49-F238E27FC236}">
                      <a16:creationId xmlns:a16="http://schemas.microsoft.com/office/drawing/2014/main" id="{AB8B3095-1658-DB37-4F6D-4ECA3805ACB1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3" name="Rectangle 1002">
                  <a:extLst>
                    <a:ext uri="{FF2B5EF4-FFF2-40B4-BE49-F238E27FC236}">
                      <a16:creationId xmlns:a16="http://schemas.microsoft.com/office/drawing/2014/main" id="{E23FA3B1-06E5-2913-BE7F-606B2F910341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4" name="Rectangle 1003">
                  <a:extLst>
                    <a:ext uri="{FF2B5EF4-FFF2-40B4-BE49-F238E27FC236}">
                      <a16:creationId xmlns:a16="http://schemas.microsoft.com/office/drawing/2014/main" id="{D1048562-D39C-05A4-53EF-278B40BB5E6C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5" name="Rectangle 1004">
                  <a:extLst>
                    <a:ext uri="{FF2B5EF4-FFF2-40B4-BE49-F238E27FC236}">
                      <a16:creationId xmlns:a16="http://schemas.microsoft.com/office/drawing/2014/main" id="{15B9E4B8-6F84-9F77-B65D-36A4E4162CE4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6" name="Rectangle 1005">
                  <a:extLst>
                    <a:ext uri="{FF2B5EF4-FFF2-40B4-BE49-F238E27FC236}">
                      <a16:creationId xmlns:a16="http://schemas.microsoft.com/office/drawing/2014/main" id="{8FEA3699-BF79-2A75-0DC7-77B338F84D72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7" name="Rectangle 1006">
                  <a:extLst>
                    <a:ext uri="{FF2B5EF4-FFF2-40B4-BE49-F238E27FC236}">
                      <a16:creationId xmlns:a16="http://schemas.microsoft.com/office/drawing/2014/main" id="{C23EBA3D-15A9-5C8F-8A76-4549D278AB27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8" name="Rectangle 1007">
                  <a:extLst>
                    <a:ext uri="{FF2B5EF4-FFF2-40B4-BE49-F238E27FC236}">
                      <a16:creationId xmlns:a16="http://schemas.microsoft.com/office/drawing/2014/main" id="{C98110F8-A9C8-E76A-7DF0-729DE3E21435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09" name="Rectangle 1008">
                  <a:extLst>
                    <a:ext uri="{FF2B5EF4-FFF2-40B4-BE49-F238E27FC236}">
                      <a16:creationId xmlns:a16="http://schemas.microsoft.com/office/drawing/2014/main" id="{4F6FACE2-6012-6788-78D7-3D381F2AB85E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0" name="Rectangle 1009">
                  <a:extLst>
                    <a:ext uri="{FF2B5EF4-FFF2-40B4-BE49-F238E27FC236}">
                      <a16:creationId xmlns:a16="http://schemas.microsoft.com/office/drawing/2014/main" id="{45F1EB1F-884C-413E-9C17-DE329618A223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1" name="Rectangle 1010">
                  <a:extLst>
                    <a:ext uri="{FF2B5EF4-FFF2-40B4-BE49-F238E27FC236}">
                      <a16:creationId xmlns:a16="http://schemas.microsoft.com/office/drawing/2014/main" id="{EE4EFEB6-84F5-4D14-5E1D-6957407D2FCB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2" name="Rectangle 1011">
                  <a:extLst>
                    <a:ext uri="{FF2B5EF4-FFF2-40B4-BE49-F238E27FC236}">
                      <a16:creationId xmlns:a16="http://schemas.microsoft.com/office/drawing/2014/main" id="{079E80FD-AFE9-01C9-FE5D-AFDB0FB55C7E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3" name="Rectangle 1012">
                  <a:extLst>
                    <a:ext uri="{FF2B5EF4-FFF2-40B4-BE49-F238E27FC236}">
                      <a16:creationId xmlns:a16="http://schemas.microsoft.com/office/drawing/2014/main" id="{98252FCB-6152-8995-F824-F4FD1B7E8AD7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4" name="Rectangle 1013">
                  <a:extLst>
                    <a:ext uri="{FF2B5EF4-FFF2-40B4-BE49-F238E27FC236}">
                      <a16:creationId xmlns:a16="http://schemas.microsoft.com/office/drawing/2014/main" id="{CC0408B7-F857-88B5-3234-8554368E207E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5" name="Rectangle 1014">
                  <a:extLst>
                    <a:ext uri="{FF2B5EF4-FFF2-40B4-BE49-F238E27FC236}">
                      <a16:creationId xmlns:a16="http://schemas.microsoft.com/office/drawing/2014/main" id="{600BC80A-47EA-E9EF-50B2-30D084241ADC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112" name="Group 1111">
              <a:extLst>
                <a:ext uri="{FF2B5EF4-FFF2-40B4-BE49-F238E27FC236}">
                  <a16:creationId xmlns:a16="http://schemas.microsoft.com/office/drawing/2014/main" id="{385DEFF0-265F-A739-9C27-A3AD53C6D33E}"/>
                </a:ext>
              </a:extLst>
            </p:cNvPr>
            <p:cNvGrpSpPr/>
            <p:nvPr/>
          </p:nvGrpSpPr>
          <p:grpSpPr>
            <a:xfrm>
              <a:off x="4673600" y="0"/>
              <a:ext cx="934720" cy="7477760"/>
              <a:chOff x="0" y="0"/>
              <a:chExt cx="934720" cy="7477760"/>
            </a:xfrm>
          </p:grpSpPr>
          <p:grpSp>
            <p:nvGrpSpPr>
              <p:cNvPr id="1113" name="Group 1112">
                <a:extLst>
                  <a:ext uri="{FF2B5EF4-FFF2-40B4-BE49-F238E27FC236}">
                    <a16:creationId xmlns:a16="http://schemas.microsoft.com/office/drawing/2014/main" id="{FD437752-EB42-AE76-063E-DA71FC480289}"/>
                  </a:ext>
                </a:extLst>
              </p:cNvPr>
              <p:cNvGrpSpPr/>
              <p:nvPr/>
            </p:nvGrpSpPr>
            <p:grpSpPr>
              <a:xfrm>
                <a:off x="0" y="0"/>
                <a:ext cx="233680" cy="7477760"/>
                <a:chOff x="0" y="0"/>
                <a:chExt cx="233680" cy="7477760"/>
              </a:xfrm>
            </p:grpSpPr>
            <p:sp>
              <p:nvSpPr>
                <p:cNvPr id="1213" name="Rectangle 1212">
                  <a:extLst>
                    <a:ext uri="{FF2B5EF4-FFF2-40B4-BE49-F238E27FC236}">
                      <a16:creationId xmlns:a16="http://schemas.microsoft.com/office/drawing/2014/main" id="{DC479C39-8D09-DAFE-DBDB-B1911E7A979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4" name="Rectangle 1213">
                  <a:extLst>
                    <a:ext uri="{FF2B5EF4-FFF2-40B4-BE49-F238E27FC236}">
                      <a16:creationId xmlns:a16="http://schemas.microsoft.com/office/drawing/2014/main" id="{FE152975-F794-944F-333D-94ECA27AACF3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5" name="Rectangle 1214">
                  <a:extLst>
                    <a:ext uri="{FF2B5EF4-FFF2-40B4-BE49-F238E27FC236}">
                      <a16:creationId xmlns:a16="http://schemas.microsoft.com/office/drawing/2014/main" id="{5AA678E9-AAD1-A901-2098-16F5A614A041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6" name="Rectangle 1215">
                  <a:extLst>
                    <a:ext uri="{FF2B5EF4-FFF2-40B4-BE49-F238E27FC236}">
                      <a16:creationId xmlns:a16="http://schemas.microsoft.com/office/drawing/2014/main" id="{456747B6-6769-CDAD-539A-A1712257C68B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7" name="Rectangle 1216">
                  <a:extLst>
                    <a:ext uri="{FF2B5EF4-FFF2-40B4-BE49-F238E27FC236}">
                      <a16:creationId xmlns:a16="http://schemas.microsoft.com/office/drawing/2014/main" id="{F85B126F-1FA3-4936-12FE-167DC95FE29E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8" name="Rectangle 1217">
                  <a:extLst>
                    <a:ext uri="{FF2B5EF4-FFF2-40B4-BE49-F238E27FC236}">
                      <a16:creationId xmlns:a16="http://schemas.microsoft.com/office/drawing/2014/main" id="{C6F1AAB6-47AC-8B75-0A5D-CF9BFFE33E6E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9" name="Rectangle 1218">
                  <a:extLst>
                    <a:ext uri="{FF2B5EF4-FFF2-40B4-BE49-F238E27FC236}">
                      <a16:creationId xmlns:a16="http://schemas.microsoft.com/office/drawing/2014/main" id="{E9CC2EE9-D64C-E72E-B826-8A71861E1816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0" name="Rectangle 1219">
                  <a:extLst>
                    <a:ext uri="{FF2B5EF4-FFF2-40B4-BE49-F238E27FC236}">
                      <a16:creationId xmlns:a16="http://schemas.microsoft.com/office/drawing/2014/main" id="{02341223-3819-B528-64B7-81B351DEA456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1" name="Rectangle 1220">
                  <a:extLst>
                    <a:ext uri="{FF2B5EF4-FFF2-40B4-BE49-F238E27FC236}">
                      <a16:creationId xmlns:a16="http://schemas.microsoft.com/office/drawing/2014/main" id="{BF60B0DF-437F-046F-069C-DEA1A2EC82C3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2" name="Rectangle 1221">
                  <a:extLst>
                    <a:ext uri="{FF2B5EF4-FFF2-40B4-BE49-F238E27FC236}">
                      <a16:creationId xmlns:a16="http://schemas.microsoft.com/office/drawing/2014/main" id="{1F80969D-81BA-5E04-35B1-E49B1A9E422B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3" name="Rectangle 1222">
                  <a:extLst>
                    <a:ext uri="{FF2B5EF4-FFF2-40B4-BE49-F238E27FC236}">
                      <a16:creationId xmlns:a16="http://schemas.microsoft.com/office/drawing/2014/main" id="{00E9E7A6-D05D-F010-692D-7A076705BED8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4" name="Rectangle 1223">
                  <a:extLst>
                    <a:ext uri="{FF2B5EF4-FFF2-40B4-BE49-F238E27FC236}">
                      <a16:creationId xmlns:a16="http://schemas.microsoft.com/office/drawing/2014/main" id="{E0F3E1DF-E5AD-3844-6FD1-0A3B480F829A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5" name="Rectangle 1224">
                  <a:extLst>
                    <a:ext uri="{FF2B5EF4-FFF2-40B4-BE49-F238E27FC236}">
                      <a16:creationId xmlns:a16="http://schemas.microsoft.com/office/drawing/2014/main" id="{43423EEA-69D1-51AD-8515-2ECB9D517610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6" name="Rectangle 1225">
                  <a:extLst>
                    <a:ext uri="{FF2B5EF4-FFF2-40B4-BE49-F238E27FC236}">
                      <a16:creationId xmlns:a16="http://schemas.microsoft.com/office/drawing/2014/main" id="{1CEAF4D5-B25B-CF3D-AB62-5384E28E1FE4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7" name="Rectangle 1226">
                  <a:extLst>
                    <a:ext uri="{FF2B5EF4-FFF2-40B4-BE49-F238E27FC236}">
                      <a16:creationId xmlns:a16="http://schemas.microsoft.com/office/drawing/2014/main" id="{A2D5CB6A-3181-6613-3A65-DD9F458C32AC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8" name="Rectangle 1227">
                  <a:extLst>
                    <a:ext uri="{FF2B5EF4-FFF2-40B4-BE49-F238E27FC236}">
                      <a16:creationId xmlns:a16="http://schemas.microsoft.com/office/drawing/2014/main" id="{516B1BC7-03D1-7B35-07D6-5706606A67A4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29" name="Rectangle 1228">
                  <a:extLst>
                    <a:ext uri="{FF2B5EF4-FFF2-40B4-BE49-F238E27FC236}">
                      <a16:creationId xmlns:a16="http://schemas.microsoft.com/office/drawing/2014/main" id="{90AB0E52-895F-826B-3509-B953F036143D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0" name="Rectangle 1229">
                  <a:extLst>
                    <a:ext uri="{FF2B5EF4-FFF2-40B4-BE49-F238E27FC236}">
                      <a16:creationId xmlns:a16="http://schemas.microsoft.com/office/drawing/2014/main" id="{10575B34-1636-77A7-63A0-BF7BFEF0A8C5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1" name="Rectangle 1230">
                  <a:extLst>
                    <a:ext uri="{FF2B5EF4-FFF2-40B4-BE49-F238E27FC236}">
                      <a16:creationId xmlns:a16="http://schemas.microsoft.com/office/drawing/2014/main" id="{03F6E560-EAD7-0233-E4B3-70EC33D6E447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2" name="Rectangle 1231">
                  <a:extLst>
                    <a:ext uri="{FF2B5EF4-FFF2-40B4-BE49-F238E27FC236}">
                      <a16:creationId xmlns:a16="http://schemas.microsoft.com/office/drawing/2014/main" id="{6B4BF36C-4107-2768-2C21-830388D839EC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3" name="Rectangle 1232">
                  <a:extLst>
                    <a:ext uri="{FF2B5EF4-FFF2-40B4-BE49-F238E27FC236}">
                      <a16:creationId xmlns:a16="http://schemas.microsoft.com/office/drawing/2014/main" id="{89EF40B1-BC48-CBF3-921E-C1A372BB0115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4" name="Rectangle 1233">
                  <a:extLst>
                    <a:ext uri="{FF2B5EF4-FFF2-40B4-BE49-F238E27FC236}">
                      <a16:creationId xmlns:a16="http://schemas.microsoft.com/office/drawing/2014/main" id="{4BB7CB01-A38E-009D-3ACB-BD9F928B085A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5" name="Rectangle 1234">
                  <a:extLst>
                    <a:ext uri="{FF2B5EF4-FFF2-40B4-BE49-F238E27FC236}">
                      <a16:creationId xmlns:a16="http://schemas.microsoft.com/office/drawing/2014/main" id="{97CF089C-87C7-E000-D773-1AE4DEECD26D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6" name="Rectangle 1235">
                  <a:extLst>
                    <a:ext uri="{FF2B5EF4-FFF2-40B4-BE49-F238E27FC236}">
                      <a16:creationId xmlns:a16="http://schemas.microsoft.com/office/drawing/2014/main" id="{205C0F85-8135-6699-53B4-2E13D02FC4E9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7" name="Rectangle 1236">
                  <a:extLst>
                    <a:ext uri="{FF2B5EF4-FFF2-40B4-BE49-F238E27FC236}">
                      <a16:creationId xmlns:a16="http://schemas.microsoft.com/office/drawing/2014/main" id="{0AC689CE-4790-F6EE-AD25-99D597EBBF1C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8" name="Rectangle 1237">
                  <a:extLst>
                    <a:ext uri="{FF2B5EF4-FFF2-40B4-BE49-F238E27FC236}">
                      <a16:creationId xmlns:a16="http://schemas.microsoft.com/office/drawing/2014/main" id="{6FC518A9-D7F3-5102-8DD9-6173BFE99D27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39" name="Rectangle 1238">
                  <a:extLst>
                    <a:ext uri="{FF2B5EF4-FFF2-40B4-BE49-F238E27FC236}">
                      <a16:creationId xmlns:a16="http://schemas.microsoft.com/office/drawing/2014/main" id="{049AA96A-C8DB-EFE5-F98D-598D2CE6C759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0" name="Rectangle 1239">
                  <a:extLst>
                    <a:ext uri="{FF2B5EF4-FFF2-40B4-BE49-F238E27FC236}">
                      <a16:creationId xmlns:a16="http://schemas.microsoft.com/office/drawing/2014/main" id="{02DC0D2B-F613-27AC-01A3-23C49155CC2C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1" name="Rectangle 1240">
                  <a:extLst>
                    <a:ext uri="{FF2B5EF4-FFF2-40B4-BE49-F238E27FC236}">
                      <a16:creationId xmlns:a16="http://schemas.microsoft.com/office/drawing/2014/main" id="{E925E8C5-A7CD-7D17-5941-1E869BD5AF24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2" name="Rectangle 1241">
                  <a:extLst>
                    <a:ext uri="{FF2B5EF4-FFF2-40B4-BE49-F238E27FC236}">
                      <a16:creationId xmlns:a16="http://schemas.microsoft.com/office/drawing/2014/main" id="{B0EBBB74-DC63-9096-4D4D-ACE7C1A013E9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3" name="Rectangle 1242">
                  <a:extLst>
                    <a:ext uri="{FF2B5EF4-FFF2-40B4-BE49-F238E27FC236}">
                      <a16:creationId xmlns:a16="http://schemas.microsoft.com/office/drawing/2014/main" id="{89E1ED68-DC60-14E0-99E1-772372526BAD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44" name="Rectangle 1243">
                  <a:extLst>
                    <a:ext uri="{FF2B5EF4-FFF2-40B4-BE49-F238E27FC236}">
                      <a16:creationId xmlns:a16="http://schemas.microsoft.com/office/drawing/2014/main" id="{F497631F-2D69-3659-BA10-EEC5FD322143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14" name="Group 1113">
                <a:extLst>
                  <a:ext uri="{FF2B5EF4-FFF2-40B4-BE49-F238E27FC236}">
                    <a16:creationId xmlns:a16="http://schemas.microsoft.com/office/drawing/2014/main" id="{23901034-8C60-9927-73DB-5371B77C9872}"/>
                  </a:ext>
                </a:extLst>
              </p:cNvPr>
              <p:cNvGrpSpPr/>
              <p:nvPr/>
            </p:nvGrpSpPr>
            <p:grpSpPr>
              <a:xfrm>
                <a:off x="233680" y="0"/>
                <a:ext cx="233680" cy="7477760"/>
                <a:chOff x="0" y="0"/>
                <a:chExt cx="233680" cy="7477760"/>
              </a:xfrm>
            </p:grpSpPr>
            <p:sp>
              <p:nvSpPr>
                <p:cNvPr id="1181" name="Rectangle 1180">
                  <a:extLst>
                    <a:ext uri="{FF2B5EF4-FFF2-40B4-BE49-F238E27FC236}">
                      <a16:creationId xmlns:a16="http://schemas.microsoft.com/office/drawing/2014/main" id="{1E4770FE-1257-0784-72EE-E78832264C3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2" name="Rectangle 1181">
                  <a:extLst>
                    <a:ext uri="{FF2B5EF4-FFF2-40B4-BE49-F238E27FC236}">
                      <a16:creationId xmlns:a16="http://schemas.microsoft.com/office/drawing/2014/main" id="{D994EB1D-497B-97D6-CD47-545FF32B29C1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3" name="Rectangle 1182">
                  <a:extLst>
                    <a:ext uri="{FF2B5EF4-FFF2-40B4-BE49-F238E27FC236}">
                      <a16:creationId xmlns:a16="http://schemas.microsoft.com/office/drawing/2014/main" id="{93440919-F526-91F4-63BC-67E063C13226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4" name="Rectangle 1183">
                  <a:extLst>
                    <a:ext uri="{FF2B5EF4-FFF2-40B4-BE49-F238E27FC236}">
                      <a16:creationId xmlns:a16="http://schemas.microsoft.com/office/drawing/2014/main" id="{8D929F7F-4936-0921-8D8D-BD56399BC116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5" name="Rectangle 1184">
                  <a:extLst>
                    <a:ext uri="{FF2B5EF4-FFF2-40B4-BE49-F238E27FC236}">
                      <a16:creationId xmlns:a16="http://schemas.microsoft.com/office/drawing/2014/main" id="{3784A957-3923-F83E-0B2B-9305626CFFE1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6" name="Rectangle 1185">
                  <a:extLst>
                    <a:ext uri="{FF2B5EF4-FFF2-40B4-BE49-F238E27FC236}">
                      <a16:creationId xmlns:a16="http://schemas.microsoft.com/office/drawing/2014/main" id="{E3327328-C22C-7655-FC72-5B96BBD9822C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7" name="Rectangle 1186">
                  <a:extLst>
                    <a:ext uri="{FF2B5EF4-FFF2-40B4-BE49-F238E27FC236}">
                      <a16:creationId xmlns:a16="http://schemas.microsoft.com/office/drawing/2014/main" id="{C2C9D60D-4BDE-1E72-E8A3-53C5641860D5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8" name="Rectangle 1187">
                  <a:extLst>
                    <a:ext uri="{FF2B5EF4-FFF2-40B4-BE49-F238E27FC236}">
                      <a16:creationId xmlns:a16="http://schemas.microsoft.com/office/drawing/2014/main" id="{E9E49839-0B56-4743-259B-27AF747272F0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9" name="Rectangle 1188">
                  <a:extLst>
                    <a:ext uri="{FF2B5EF4-FFF2-40B4-BE49-F238E27FC236}">
                      <a16:creationId xmlns:a16="http://schemas.microsoft.com/office/drawing/2014/main" id="{909DF840-D0FD-4499-7D2A-A61ED546AF8F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0" name="Rectangle 1189">
                  <a:extLst>
                    <a:ext uri="{FF2B5EF4-FFF2-40B4-BE49-F238E27FC236}">
                      <a16:creationId xmlns:a16="http://schemas.microsoft.com/office/drawing/2014/main" id="{F47691DB-4C11-178E-37F4-F6FCC02FB3B3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1" name="Rectangle 1190">
                  <a:extLst>
                    <a:ext uri="{FF2B5EF4-FFF2-40B4-BE49-F238E27FC236}">
                      <a16:creationId xmlns:a16="http://schemas.microsoft.com/office/drawing/2014/main" id="{47D451ED-8410-8274-73B7-F97F81126FA8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2" name="Rectangle 1191">
                  <a:extLst>
                    <a:ext uri="{FF2B5EF4-FFF2-40B4-BE49-F238E27FC236}">
                      <a16:creationId xmlns:a16="http://schemas.microsoft.com/office/drawing/2014/main" id="{29C239F8-9ADB-09B1-5AE5-F27E23D46A92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3" name="Rectangle 1192">
                  <a:extLst>
                    <a:ext uri="{FF2B5EF4-FFF2-40B4-BE49-F238E27FC236}">
                      <a16:creationId xmlns:a16="http://schemas.microsoft.com/office/drawing/2014/main" id="{42DBB168-FDFC-92F4-3579-4EFE3175220A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4" name="Rectangle 1193">
                  <a:extLst>
                    <a:ext uri="{FF2B5EF4-FFF2-40B4-BE49-F238E27FC236}">
                      <a16:creationId xmlns:a16="http://schemas.microsoft.com/office/drawing/2014/main" id="{8F9DEF7B-0E87-3957-8CFF-899EB75BA4C1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5" name="Rectangle 1194">
                  <a:extLst>
                    <a:ext uri="{FF2B5EF4-FFF2-40B4-BE49-F238E27FC236}">
                      <a16:creationId xmlns:a16="http://schemas.microsoft.com/office/drawing/2014/main" id="{731E5391-9208-2700-B675-BA1855C70549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6" name="Rectangle 1195">
                  <a:extLst>
                    <a:ext uri="{FF2B5EF4-FFF2-40B4-BE49-F238E27FC236}">
                      <a16:creationId xmlns:a16="http://schemas.microsoft.com/office/drawing/2014/main" id="{5B9260A8-773D-ADF5-4716-F03B6B451C8E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7" name="Rectangle 1196">
                  <a:extLst>
                    <a:ext uri="{FF2B5EF4-FFF2-40B4-BE49-F238E27FC236}">
                      <a16:creationId xmlns:a16="http://schemas.microsoft.com/office/drawing/2014/main" id="{B932A0C0-52DA-9813-76AB-3BB7196FC966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8" name="Rectangle 1197">
                  <a:extLst>
                    <a:ext uri="{FF2B5EF4-FFF2-40B4-BE49-F238E27FC236}">
                      <a16:creationId xmlns:a16="http://schemas.microsoft.com/office/drawing/2014/main" id="{3429C14C-80FE-9CB0-F1E1-CBA140C1437F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99" name="Rectangle 1198">
                  <a:extLst>
                    <a:ext uri="{FF2B5EF4-FFF2-40B4-BE49-F238E27FC236}">
                      <a16:creationId xmlns:a16="http://schemas.microsoft.com/office/drawing/2014/main" id="{B21498C2-4E63-AF44-B2A4-FBF6CE74C7D1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0" name="Rectangle 1199">
                  <a:extLst>
                    <a:ext uri="{FF2B5EF4-FFF2-40B4-BE49-F238E27FC236}">
                      <a16:creationId xmlns:a16="http://schemas.microsoft.com/office/drawing/2014/main" id="{77751F56-DFA3-68F5-45DB-1C31A2D2E41C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1" name="Rectangle 1200">
                  <a:extLst>
                    <a:ext uri="{FF2B5EF4-FFF2-40B4-BE49-F238E27FC236}">
                      <a16:creationId xmlns:a16="http://schemas.microsoft.com/office/drawing/2014/main" id="{ED63B57A-4CD3-F70D-1886-A010DB9E12DA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2" name="Rectangle 1201">
                  <a:extLst>
                    <a:ext uri="{FF2B5EF4-FFF2-40B4-BE49-F238E27FC236}">
                      <a16:creationId xmlns:a16="http://schemas.microsoft.com/office/drawing/2014/main" id="{8214ACA0-7B0B-E5AC-1783-C9B01966565F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3" name="Rectangle 1202">
                  <a:extLst>
                    <a:ext uri="{FF2B5EF4-FFF2-40B4-BE49-F238E27FC236}">
                      <a16:creationId xmlns:a16="http://schemas.microsoft.com/office/drawing/2014/main" id="{E74EDD51-1071-6271-CAE0-B8D4EA24305D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4" name="Rectangle 1203">
                  <a:extLst>
                    <a:ext uri="{FF2B5EF4-FFF2-40B4-BE49-F238E27FC236}">
                      <a16:creationId xmlns:a16="http://schemas.microsoft.com/office/drawing/2014/main" id="{BE50F907-1981-0CAA-6367-56DA5AAC4B43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5" name="Rectangle 1204">
                  <a:extLst>
                    <a:ext uri="{FF2B5EF4-FFF2-40B4-BE49-F238E27FC236}">
                      <a16:creationId xmlns:a16="http://schemas.microsoft.com/office/drawing/2014/main" id="{7999C85C-D6CE-481A-F9A3-180D82E2F8A7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6" name="Rectangle 1205">
                  <a:extLst>
                    <a:ext uri="{FF2B5EF4-FFF2-40B4-BE49-F238E27FC236}">
                      <a16:creationId xmlns:a16="http://schemas.microsoft.com/office/drawing/2014/main" id="{CD08DEDF-3DC3-CFE4-507F-889466FCDFB9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7" name="Rectangle 1206">
                  <a:extLst>
                    <a:ext uri="{FF2B5EF4-FFF2-40B4-BE49-F238E27FC236}">
                      <a16:creationId xmlns:a16="http://schemas.microsoft.com/office/drawing/2014/main" id="{D21400F0-DB24-01F9-B4CE-2ED9434F7963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8" name="Rectangle 1207">
                  <a:extLst>
                    <a:ext uri="{FF2B5EF4-FFF2-40B4-BE49-F238E27FC236}">
                      <a16:creationId xmlns:a16="http://schemas.microsoft.com/office/drawing/2014/main" id="{66A0E918-D6F4-D6BB-422B-8D41B41DC891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09" name="Rectangle 1208">
                  <a:extLst>
                    <a:ext uri="{FF2B5EF4-FFF2-40B4-BE49-F238E27FC236}">
                      <a16:creationId xmlns:a16="http://schemas.microsoft.com/office/drawing/2014/main" id="{8642DA2C-6606-A5C4-9356-38306D1405AE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0" name="Rectangle 1209">
                  <a:extLst>
                    <a:ext uri="{FF2B5EF4-FFF2-40B4-BE49-F238E27FC236}">
                      <a16:creationId xmlns:a16="http://schemas.microsoft.com/office/drawing/2014/main" id="{5B9EDA26-9185-0F2D-A195-99C2370380F2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1" name="Rectangle 1210">
                  <a:extLst>
                    <a:ext uri="{FF2B5EF4-FFF2-40B4-BE49-F238E27FC236}">
                      <a16:creationId xmlns:a16="http://schemas.microsoft.com/office/drawing/2014/main" id="{8ABFC0D3-91E3-DF46-FB11-B6B57DF0C8A4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12" name="Rectangle 1211">
                  <a:extLst>
                    <a:ext uri="{FF2B5EF4-FFF2-40B4-BE49-F238E27FC236}">
                      <a16:creationId xmlns:a16="http://schemas.microsoft.com/office/drawing/2014/main" id="{CE882D41-995A-F01E-E573-5CAB87AB18CD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15" name="Group 1114">
                <a:extLst>
                  <a:ext uri="{FF2B5EF4-FFF2-40B4-BE49-F238E27FC236}">
                    <a16:creationId xmlns:a16="http://schemas.microsoft.com/office/drawing/2014/main" id="{3665D7A9-B30F-19DC-6A70-0FE51334B9CB}"/>
                  </a:ext>
                </a:extLst>
              </p:cNvPr>
              <p:cNvGrpSpPr/>
              <p:nvPr/>
            </p:nvGrpSpPr>
            <p:grpSpPr>
              <a:xfrm>
                <a:off x="467360" y="0"/>
                <a:ext cx="233680" cy="7477760"/>
                <a:chOff x="0" y="0"/>
                <a:chExt cx="233680" cy="7477760"/>
              </a:xfrm>
            </p:grpSpPr>
            <p:sp>
              <p:nvSpPr>
                <p:cNvPr id="1149" name="Rectangle 1148">
                  <a:extLst>
                    <a:ext uri="{FF2B5EF4-FFF2-40B4-BE49-F238E27FC236}">
                      <a16:creationId xmlns:a16="http://schemas.microsoft.com/office/drawing/2014/main" id="{0948BD97-BD27-0DEE-7329-33D6155FC41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0" name="Rectangle 1149">
                  <a:extLst>
                    <a:ext uri="{FF2B5EF4-FFF2-40B4-BE49-F238E27FC236}">
                      <a16:creationId xmlns:a16="http://schemas.microsoft.com/office/drawing/2014/main" id="{B6B21C81-28C8-A2A9-FCC4-AFCB6BD18A9F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1" name="Rectangle 1150">
                  <a:extLst>
                    <a:ext uri="{FF2B5EF4-FFF2-40B4-BE49-F238E27FC236}">
                      <a16:creationId xmlns:a16="http://schemas.microsoft.com/office/drawing/2014/main" id="{BBF3426E-0BFA-0E8F-8CC9-6355B5F400A3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2" name="Rectangle 1151">
                  <a:extLst>
                    <a:ext uri="{FF2B5EF4-FFF2-40B4-BE49-F238E27FC236}">
                      <a16:creationId xmlns:a16="http://schemas.microsoft.com/office/drawing/2014/main" id="{62C63624-8217-0590-2DD1-33D225FFFC3E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3" name="Rectangle 1152">
                  <a:extLst>
                    <a:ext uri="{FF2B5EF4-FFF2-40B4-BE49-F238E27FC236}">
                      <a16:creationId xmlns:a16="http://schemas.microsoft.com/office/drawing/2014/main" id="{6D5526BA-461D-E89D-2B31-314FE5DF521C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4" name="Rectangle 1153">
                  <a:extLst>
                    <a:ext uri="{FF2B5EF4-FFF2-40B4-BE49-F238E27FC236}">
                      <a16:creationId xmlns:a16="http://schemas.microsoft.com/office/drawing/2014/main" id="{D6D80FC1-7949-ED60-8818-08D452023AFE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5" name="Rectangle 1154">
                  <a:extLst>
                    <a:ext uri="{FF2B5EF4-FFF2-40B4-BE49-F238E27FC236}">
                      <a16:creationId xmlns:a16="http://schemas.microsoft.com/office/drawing/2014/main" id="{9EEC2863-F816-311D-39ED-9C9070C22546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6" name="Rectangle 1155">
                  <a:extLst>
                    <a:ext uri="{FF2B5EF4-FFF2-40B4-BE49-F238E27FC236}">
                      <a16:creationId xmlns:a16="http://schemas.microsoft.com/office/drawing/2014/main" id="{A268BDFC-4336-9428-C2FD-2A3654F56F8C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7" name="Rectangle 1156">
                  <a:extLst>
                    <a:ext uri="{FF2B5EF4-FFF2-40B4-BE49-F238E27FC236}">
                      <a16:creationId xmlns:a16="http://schemas.microsoft.com/office/drawing/2014/main" id="{31517507-DE71-4516-B374-8A60B3A9D551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8" name="Rectangle 1157">
                  <a:extLst>
                    <a:ext uri="{FF2B5EF4-FFF2-40B4-BE49-F238E27FC236}">
                      <a16:creationId xmlns:a16="http://schemas.microsoft.com/office/drawing/2014/main" id="{45C599F4-C52E-401E-CAB5-A59BCC50E3EC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59" name="Rectangle 1158">
                  <a:extLst>
                    <a:ext uri="{FF2B5EF4-FFF2-40B4-BE49-F238E27FC236}">
                      <a16:creationId xmlns:a16="http://schemas.microsoft.com/office/drawing/2014/main" id="{F6A7AE7C-812E-C060-0F37-4E118D30482A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0" name="Rectangle 1159">
                  <a:extLst>
                    <a:ext uri="{FF2B5EF4-FFF2-40B4-BE49-F238E27FC236}">
                      <a16:creationId xmlns:a16="http://schemas.microsoft.com/office/drawing/2014/main" id="{521C1856-6133-3F90-767D-93E8749D3915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1" name="Rectangle 1160">
                  <a:extLst>
                    <a:ext uri="{FF2B5EF4-FFF2-40B4-BE49-F238E27FC236}">
                      <a16:creationId xmlns:a16="http://schemas.microsoft.com/office/drawing/2014/main" id="{1AAB2C24-D727-23D5-31B9-E450F521C17E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2" name="Rectangle 1161">
                  <a:extLst>
                    <a:ext uri="{FF2B5EF4-FFF2-40B4-BE49-F238E27FC236}">
                      <a16:creationId xmlns:a16="http://schemas.microsoft.com/office/drawing/2014/main" id="{8EC94793-B06F-CC72-2598-8963A7FC998E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3" name="Rectangle 1162">
                  <a:extLst>
                    <a:ext uri="{FF2B5EF4-FFF2-40B4-BE49-F238E27FC236}">
                      <a16:creationId xmlns:a16="http://schemas.microsoft.com/office/drawing/2014/main" id="{41D20C59-A55A-4692-2BAA-7B7601A66AF6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4" name="Rectangle 1163">
                  <a:extLst>
                    <a:ext uri="{FF2B5EF4-FFF2-40B4-BE49-F238E27FC236}">
                      <a16:creationId xmlns:a16="http://schemas.microsoft.com/office/drawing/2014/main" id="{9C237A34-9796-F020-4EA4-8E835B90282C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5" name="Rectangle 1164">
                  <a:extLst>
                    <a:ext uri="{FF2B5EF4-FFF2-40B4-BE49-F238E27FC236}">
                      <a16:creationId xmlns:a16="http://schemas.microsoft.com/office/drawing/2014/main" id="{597136BD-2909-8DE6-57D9-D448ACC9BD25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6" name="Rectangle 1165">
                  <a:extLst>
                    <a:ext uri="{FF2B5EF4-FFF2-40B4-BE49-F238E27FC236}">
                      <a16:creationId xmlns:a16="http://schemas.microsoft.com/office/drawing/2014/main" id="{EF3064A1-6B28-5523-C31B-811F353FF718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7" name="Rectangle 1166">
                  <a:extLst>
                    <a:ext uri="{FF2B5EF4-FFF2-40B4-BE49-F238E27FC236}">
                      <a16:creationId xmlns:a16="http://schemas.microsoft.com/office/drawing/2014/main" id="{7F5511AC-C1E8-04CE-8DB6-14AADD3FE41F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8" name="Rectangle 1167">
                  <a:extLst>
                    <a:ext uri="{FF2B5EF4-FFF2-40B4-BE49-F238E27FC236}">
                      <a16:creationId xmlns:a16="http://schemas.microsoft.com/office/drawing/2014/main" id="{E2119900-5AD4-6583-E386-E97AD26F9C41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69" name="Rectangle 1168">
                  <a:extLst>
                    <a:ext uri="{FF2B5EF4-FFF2-40B4-BE49-F238E27FC236}">
                      <a16:creationId xmlns:a16="http://schemas.microsoft.com/office/drawing/2014/main" id="{5D28053C-F892-78DA-9FA8-F377D1DF5B76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0" name="Rectangle 1169">
                  <a:extLst>
                    <a:ext uri="{FF2B5EF4-FFF2-40B4-BE49-F238E27FC236}">
                      <a16:creationId xmlns:a16="http://schemas.microsoft.com/office/drawing/2014/main" id="{2031AED8-094B-6D7F-CBE6-69CF6E31E202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1" name="Rectangle 1170">
                  <a:extLst>
                    <a:ext uri="{FF2B5EF4-FFF2-40B4-BE49-F238E27FC236}">
                      <a16:creationId xmlns:a16="http://schemas.microsoft.com/office/drawing/2014/main" id="{DC615A7B-9A80-D5A2-4FE3-7F50FEB12DF1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2" name="Rectangle 1171">
                  <a:extLst>
                    <a:ext uri="{FF2B5EF4-FFF2-40B4-BE49-F238E27FC236}">
                      <a16:creationId xmlns:a16="http://schemas.microsoft.com/office/drawing/2014/main" id="{CD698D5E-AFCD-D09C-48A6-9059B056362A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3" name="Rectangle 1172">
                  <a:extLst>
                    <a:ext uri="{FF2B5EF4-FFF2-40B4-BE49-F238E27FC236}">
                      <a16:creationId xmlns:a16="http://schemas.microsoft.com/office/drawing/2014/main" id="{F869992E-55AD-86BB-E9A3-0D81A2CD3495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4" name="Rectangle 1173">
                  <a:extLst>
                    <a:ext uri="{FF2B5EF4-FFF2-40B4-BE49-F238E27FC236}">
                      <a16:creationId xmlns:a16="http://schemas.microsoft.com/office/drawing/2014/main" id="{C2A5A83D-4543-DFCA-9F08-85738C6E7599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5" name="Rectangle 1174">
                  <a:extLst>
                    <a:ext uri="{FF2B5EF4-FFF2-40B4-BE49-F238E27FC236}">
                      <a16:creationId xmlns:a16="http://schemas.microsoft.com/office/drawing/2014/main" id="{4DC884A9-B85C-B38A-015C-C97A49FF4A44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6" name="Rectangle 1175">
                  <a:extLst>
                    <a:ext uri="{FF2B5EF4-FFF2-40B4-BE49-F238E27FC236}">
                      <a16:creationId xmlns:a16="http://schemas.microsoft.com/office/drawing/2014/main" id="{2961B54E-5DC9-4BC5-F54D-CBED0FE58607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7" name="Rectangle 1176">
                  <a:extLst>
                    <a:ext uri="{FF2B5EF4-FFF2-40B4-BE49-F238E27FC236}">
                      <a16:creationId xmlns:a16="http://schemas.microsoft.com/office/drawing/2014/main" id="{FF54E3D0-D253-7914-2C23-6F0158D8D4BA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8" name="Rectangle 1177">
                  <a:extLst>
                    <a:ext uri="{FF2B5EF4-FFF2-40B4-BE49-F238E27FC236}">
                      <a16:creationId xmlns:a16="http://schemas.microsoft.com/office/drawing/2014/main" id="{DBBA764A-E368-04C2-792D-B76C212B7511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79" name="Rectangle 1178">
                  <a:extLst>
                    <a:ext uri="{FF2B5EF4-FFF2-40B4-BE49-F238E27FC236}">
                      <a16:creationId xmlns:a16="http://schemas.microsoft.com/office/drawing/2014/main" id="{D87B3639-A867-4A40-1B70-71ECADDE886B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80" name="Rectangle 1179">
                  <a:extLst>
                    <a:ext uri="{FF2B5EF4-FFF2-40B4-BE49-F238E27FC236}">
                      <a16:creationId xmlns:a16="http://schemas.microsoft.com/office/drawing/2014/main" id="{A0D6F674-179D-51CE-0884-57AD718DAE37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116" name="Group 1115">
                <a:extLst>
                  <a:ext uri="{FF2B5EF4-FFF2-40B4-BE49-F238E27FC236}">
                    <a16:creationId xmlns:a16="http://schemas.microsoft.com/office/drawing/2014/main" id="{3095618F-FD7E-2767-5A2D-8D8AC426AE04}"/>
                  </a:ext>
                </a:extLst>
              </p:cNvPr>
              <p:cNvGrpSpPr/>
              <p:nvPr/>
            </p:nvGrpSpPr>
            <p:grpSpPr>
              <a:xfrm>
                <a:off x="701040" y="0"/>
                <a:ext cx="233680" cy="7477760"/>
                <a:chOff x="0" y="0"/>
                <a:chExt cx="233680" cy="7477760"/>
              </a:xfrm>
            </p:grpSpPr>
            <p:sp>
              <p:nvSpPr>
                <p:cNvPr id="1117" name="Rectangle 1116">
                  <a:extLst>
                    <a:ext uri="{FF2B5EF4-FFF2-40B4-BE49-F238E27FC236}">
                      <a16:creationId xmlns:a16="http://schemas.microsoft.com/office/drawing/2014/main" id="{B75EAABB-74F4-1715-FB7E-F6E7FCF1073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8" name="Rectangle 1117">
                  <a:extLst>
                    <a:ext uri="{FF2B5EF4-FFF2-40B4-BE49-F238E27FC236}">
                      <a16:creationId xmlns:a16="http://schemas.microsoft.com/office/drawing/2014/main" id="{9AC426CA-1EC3-B5F6-FB46-6307179DA79F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19" name="Rectangle 1118">
                  <a:extLst>
                    <a:ext uri="{FF2B5EF4-FFF2-40B4-BE49-F238E27FC236}">
                      <a16:creationId xmlns:a16="http://schemas.microsoft.com/office/drawing/2014/main" id="{4676A4F0-D4A4-50FC-41F7-90593D19EE72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0" name="Rectangle 1119">
                  <a:extLst>
                    <a:ext uri="{FF2B5EF4-FFF2-40B4-BE49-F238E27FC236}">
                      <a16:creationId xmlns:a16="http://schemas.microsoft.com/office/drawing/2014/main" id="{0315E368-949D-0C5B-3F49-60FAFCE54051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1" name="Rectangle 1120">
                  <a:extLst>
                    <a:ext uri="{FF2B5EF4-FFF2-40B4-BE49-F238E27FC236}">
                      <a16:creationId xmlns:a16="http://schemas.microsoft.com/office/drawing/2014/main" id="{64719F1A-EC9C-A350-CC70-7864C30E2645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2" name="Rectangle 1121">
                  <a:extLst>
                    <a:ext uri="{FF2B5EF4-FFF2-40B4-BE49-F238E27FC236}">
                      <a16:creationId xmlns:a16="http://schemas.microsoft.com/office/drawing/2014/main" id="{522B66C3-D799-4C88-F45A-DA4EEB0034F6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3" name="Rectangle 1122">
                  <a:extLst>
                    <a:ext uri="{FF2B5EF4-FFF2-40B4-BE49-F238E27FC236}">
                      <a16:creationId xmlns:a16="http://schemas.microsoft.com/office/drawing/2014/main" id="{42413CC5-4743-8C31-BD7D-958115AA75F9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4" name="Rectangle 1123">
                  <a:extLst>
                    <a:ext uri="{FF2B5EF4-FFF2-40B4-BE49-F238E27FC236}">
                      <a16:creationId xmlns:a16="http://schemas.microsoft.com/office/drawing/2014/main" id="{53E5BBDA-822A-D1A8-6525-3409186C0075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5" name="Rectangle 1124">
                  <a:extLst>
                    <a:ext uri="{FF2B5EF4-FFF2-40B4-BE49-F238E27FC236}">
                      <a16:creationId xmlns:a16="http://schemas.microsoft.com/office/drawing/2014/main" id="{78F0E845-ACB4-F957-B939-0227EAB64CEE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6" name="Rectangle 1125">
                  <a:extLst>
                    <a:ext uri="{FF2B5EF4-FFF2-40B4-BE49-F238E27FC236}">
                      <a16:creationId xmlns:a16="http://schemas.microsoft.com/office/drawing/2014/main" id="{A2489351-6852-DCA4-0F61-7E1F99E5F1BB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7" name="Rectangle 1126">
                  <a:extLst>
                    <a:ext uri="{FF2B5EF4-FFF2-40B4-BE49-F238E27FC236}">
                      <a16:creationId xmlns:a16="http://schemas.microsoft.com/office/drawing/2014/main" id="{A964A27A-6BE4-5F12-5B9A-DE7681FBAB17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8" name="Rectangle 1127">
                  <a:extLst>
                    <a:ext uri="{FF2B5EF4-FFF2-40B4-BE49-F238E27FC236}">
                      <a16:creationId xmlns:a16="http://schemas.microsoft.com/office/drawing/2014/main" id="{FAA89C8C-0398-FD16-D5A8-A009A4AE6444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29" name="Rectangle 1128">
                  <a:extLst>
                    <a:ext uri="{FF2B5EF4-FFF2-40B4-BE49-F238E27FC236}">
                      <a16:creationId xmlns:a16="http://schemas.microsoft.com/office/drawing/2014/main" id="{096D8D3B-8348-84EA-F864-520F34113817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0" name="Rectangle 1129">
                  <a:extLst>
                    <a:ext uri="{FF2B5EF4-FFF2-40B4-BE49-F238E27FC236}">
                      <a16:creationId xmlns:a16="http://schemas.microsoft.com/office/drawing/2014/main" id="{C40DE717-9D47-B64E-DE72-66A79555BEBA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1" name="Rectangle 1130">
                  <a:extLst>
                    <a:ext uri="{FF2B5EF4-FFF2-40B4-BE49-F238E27FC236}">
                      <a16:creationId xmlns:a16="http://schemas.microsoft.com/office/drawing/2014/main" id="{AC83CFD8-885A-2716-52F7-DB0D0B160B9E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2" name="Rectangle 1131">
                  <a:extLst>
                    <a:ext uri="{FF2B5EF4-FFF2-40B4-BE49-F238E27FC236}">
                      <a16:creationId xmlns:a16="http://schemas.microsoft.com/office/drawing/2014/main" id="{21420E0D-BB7B-E5EC-E28C-415F22E4D452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3" name="Rectangle 1132">
                  <a:extLst>
                    <a:ext uri="{FF2B5EF4-FFF2-40B4-BE49-F238E27FC236}">
                      <a16:creationId xmlns:a16="http://schemas.microsoft.com/office/drawing/2014/main" id="{6F0014D5-AF30-1601-54A8-9E427E939133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4" name="Rectangle 1133">
                  <a:extLst>
                    <a:ext uri="{FF2B5EF4-FFF2-40B4-BE49-F238E27FC236}">
                      <a16:creationId xmlns:a16="http://schemas.microsoft.com/office/drawing/2014/main" id="{63A2A734-83A8-6706-17AF-23F56B2EB06B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5" name="Rectangle 1134">
                  <a:extLst>
                    <a:ext uri="{FF2B5EF4-FFF2-40B4-BE49-F238E27FC236}">
                      <a16:creationId xmlns:a16="http://schemas.microsoft.com/office/drawing/2014/main" id="{031F0747-C454-C4FD-2BB5-A488BDC9B0A6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6" name="Rectangle 1135">
                  <a:extLst>
                    <a:ext uri="{FF2B5EF4-FFF2-40B4-BE49-F238E27FC236}">
                      <a16:creationId xmlns:a16="http://schemas.microsoft.com/office/drawing/2014/main" id="{F2E4ADDE-997B-1B66-8257-EE2E4E6F91CD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7" name="Rectangle 1136">
                  <a:extLst>
                    <a:ext uri="{FF2B5EF4-FFF2-40B4-BE49-F238E27FC236}">
                      <a16:creationId xmlns:a16="http://schemas.microsoft.com/office/drawing/2014/main" id="{28AB35A3-1BB8-21AB-526D-EB46C3C9C5F9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8" name="Rectangle 1137">
                  <a:extLst>
                    <a:ext uri="{FF2B5EF4-FFF2-40B4-BE49-F238E27FC236}">
                      <a16:creationId xmlns:a16="http://schemas.microsoft.com/office/drawing/2014/main" id="{F277366F-73C7-1BDC-8F0A-64C4B39D0571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39" name="Rectangle 1138">
                  <a:extLst>
                    <a:ext uri="{FF2B5EF4-FFF2-40B4-BE49-F238E27FC236}">
                      <a16:creationId xmlns:a16="http://schemas.microsoft.com/office/drawing/2014/main" id="{14B5812A-384E-9A72-D227-60CA460054F8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0" name="Rectangle 1139">
                  <a:extLst>
                    <a:ext uri="{FF2B5EF4-FFF2-40B4-BE49-F238E27FC236}">
                      <a16:creationId xmlns:a16="http://schemas.microsoft.com/office/drawing/2014/main" id="{BDBB9A72-0850-AB3C-33F6-639300636CC0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1" name="Rectangle 1140">
                  <a:extLst>
                    <a:ext uri="{FF2B5EF4-FFF2-40B4-BE49-F238E27FC236}">
                      <a16:creationId xmlns:a16="http://schemas.microsoft.com/office/drawing/2014/main" id="{C3DC5A8B-3A14-6DF2-3E33-FFEFF6856DA2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2" name="Rectangle 1141">
                  <a:extLst>
                    <a:ext uri="{FF2B5EF4-FFF2-40B4-BE49-F238E27FC236}">
                      <a16:creationId xmlns:a16="http://schemas.microsoft.com/office/drawing/2014/main" id="{029617EA-CDC1-9517-A886-DBEAA324FAD1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3" name="Rectangle 1142">
                  <a:extLst>
                    <a:ext uri="{FF2B5EF4-FFF2-40B4-BE49-F238E27FC236}">
                      <a16:creationId xmlns:a16="http://schemas.microsoft.com/office/drawing/2014/main" id="{AA0B5759-8C0F-5082-3485-9E4D005A1668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4" name="Rectangle 1143">
                  <a:extLst>
                    <a:ext uri="{FF2B5EF4-FFF2-40B4-BE49-F238E27FC236}">
                      <a16:creationId xmlns:a16="http://schemas.microsoft.com/office/drawing/2014/main" id="{29897820-E063-06D5-90A5-11B75B5F4357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5" name="Rectangle 1144">
                  <a:extLst>
                    <a:ext uri="{FF2B5EF4-FFF2-40B4-BE49-F238E27FC236}">
                      <a16:creationId xmlns:a16="http://schemas.microsoft.com/office/drawing/2014/main" id="{722D4BBC-F656-B004-32C3-1787815EE3E9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6" name="Rectangle 1145">
                  <a:extLst>
                    <a:ext uri="{FF2B5EF4-FFF2-40B4-BE49-F238E27FC236}">
                      <a16:creationId xmlns:a16="http://schemas.microsoft.com/office/drawing/2014/main" id="{31B26EC8-83F3-65E5-5C51-C44616B98EAD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7" name="Rectangle 1146">
                  <a:extLst>
                    <a:ext uri="{FF2B5EF4-FFF2-40B4-BE49-F238E27FC236}">
                      <a16:creationId xmlns:a16="http://schemas.microsoft.com/office/drawing/2014/main" id="{C6A37F74-041A-5291-567E-B45C83718880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48" name="Rectangle 1147">
                  <a:extLst>
                    <a:ext uri="{FF2B5EF4-FFF2-40B4-BE49-F238E27FC236}">
                      <a16:creationId xmlns:a16="http://schemas.microsoft.com/office/drawing/2014/main" id="{F46AA9AC-709D-FE3A-2CD3-629216C66435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245" name="Group 1244">
              <a:extLst>
                <a:ext uri="{FF2B5EF4-FFF2-40B4-BE49-F238E27FC236}">
                  <a16:creationId xmlns:a16="http://schemas.microsoft.com/office/drawing/2014/main" id="{F78FCA9E-507C-E929-FCC5-945C63727C1C}"/>
                </a:ext>
              </a:extLst>
            </p:cNvPr>
            <p:cNvGrpSpPr/>
            <p:nvPr/>
          </p:nvGrpSpPr>
          <p:grpSpPr>
            <a:xfrm>
              <a:off x="5608320" y="0"/>
              <a:ext cx="934720" cy="7477760"/>
              <a:chOff x="0" y="0"/>
              <a:chExt cx="934720" cy="7477760"/>
            </a:xfrm>
          </p:grpSpPr>
          <p:grpSp>
            <p:nvGrpSpPr>
              <p:cNvPr id="1246" name="Group 1245">
                <a:extLst>
                  <a:ext uri="{FF2B5EF4-FFF2-40B4-BE49-F238E27FC236}">
                    <a16:creationId xmlns:a16="http://schemas.microsoft.com/office/drawing/2014/main" id="{010BF95B-EAA3-3816-5A2F-524E20613084}"/>
                  </a:ext>
                </a:extLst>
              </p:cNvPr>
              <p:cNvGrpSpPr/>
              <p:nvPr/>
            </p:nvGrpSpPr>
            <p:grpSpPr>
              <a:xfrm>
                <a:off x="0" y="0"/>
                <a:ext cx="233680" cy="7477760"/>
                <a:chOff x="0" y="0"/>
                <a:chExt cx="233680" cy="7477760"/>
              </a:xfrm>
            </p:grpSpPr>
            <p:sp>
              <p:nvSpPr>
                <p:cNvPr id="1346" name="Rectangle 1345">
                  <a:extLst>
                    <a:ext uri="{FF2B5EF4-FFF2-40B4-BE49-F238E27FC236}">
                      <a16:creationId xmlns:a16="http://schemas.microsoft.com/office/drawing/2014/main" id="{1933251B-5869-6D36-B3AC-1718D9DE3AA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7" name="Rectangle 1346">
                  <a:extLst>
                    <a:ext uri="{FF2B5EF4-FFF2-40B4-BE49-F238E27FC236}">
                      <a16:creationId xmlns:a16="http://schemas.microsoft.com/office/drawing/2014/main" id="{7151B3C9-B00A-E306-2A4D-8552C9832662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8" name="Rectangle 1347">
                  <a:extLst>
                    <a:ext uri="{FF2B5EF4-FFF2-40B4-BE49-F238E27FC236}">
                      <a16:creationId xmlns:a16="http://schemas.microsoft.com/office/drawing/2014/main" id="{21C33CEA-E8A3-D656-7B22-AE262A9914D1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9" name="Rectangle 1348">
                  <a:extLst>
                    <a:ext uri="{FF2B5EF4-FFF2-40B4-BE49-F238E27FC236}">
                      <a16:creationId xmlns:a16="http://schemas.microsoft.com/office/drawing/2014/main" id="{B1F1555B-71B7-A497-C6E9-E248AF95C6FA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0" name="Rectangle 1349">
                  <a:extLst>
                    <a:ext uri="{FF2B5EF4-FFF2-40B4-BE49-F238E27FC236}">
                      <a16:creationId xmlns:a16="http://schemas.microsoft.com/office/drawing/2014/main" id="{18A05369-B280-FFB1-F1EE-AFFB33975D31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1" name="Rectangle 1350">
                  <a:extLst>
                    <a:ext uri="{FF2B5EF4-FFF2-40B4-BE49-F238E27FC236}">
                      <a16:creationId xmlns:a16="http://schemas.microsoft.com/office/drawing/2014/main" id="{CAEB3B4E-0199-E2E8-48DE-B78230D5B8B4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2" name="Rectangle 1351">
                  <a:extLst>
                    <a:ext uri="{FF2B5EF4-FFF2-40B4-BE49-F238E27FC236}">
                      <a16:creationId xmlns:a16="http://schemas.microsoft.com/office/drawing/2014/main" id="{1805EF5D-AFA6-59F2-7F43-D5285F5340CC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3" name="Rectangle 1352">
                  <a:extLst>
                    <a:ext uri="{FF2B5EF4-FFF2-40B4-BE49-F238E27FC236}">
                      <a16:creationId xmlns:a16="http://schemas.microsoft.com/office/drawing/2014/main" id="{8887A82B-02C5-F247-94AC-71F8984DDF28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4" name="Rectangle 1353">
                  <a:extLst>
                    <a:ext uri="{FF2B5EF4-FFF2-40B4-BE49-F238E27FC236}">
                      <a16:creationId xmlns:a16="http://schemas.microsoft.com/office/drawing/2014/main" id="{EAA6B3AA-EE5B-AA26-043C-8B014645D733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5" name="Rectangle 1354">
                  <a:extLst>
                    <a:ext uri="{FF2B5EF4-FFF2-40B4-BE49-F238E27FC236}">
                      <a16:creationId xmlns:a16="http://schemas.microsoft.com/office/drawing/2014/main" id="{5F8CED8D-F797-24B2-6E9F-3915F86F21E1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6" name="Rectangle 1355">
                  <a:extLst>
                    <a:ext uri="{FF2B5EF4-FFF2-40B4-BE49-F238E27FC236}">
                      <a16:creationId xmlns:a16="http://schemas.microsoft.com/office/drawing/2014/main" id="{19C85996-1DD7-CFD1-EBF3-BAAD53220F1E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7" name="Rectangle 1356">
                  <a:extLst>
                    <a:ext uri="{FF2B5EF4-FFF2-40B4-BE49-F238E27FC236}">
                      <a16:creationId xmlns:a16="http://schemas.microsoft.com/office/drawing/2014/main" id="{D8FA41AB-8EB3-B6D6-C874-59B84F09C0D1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8" name="Rectangle 1357">
                  <a:extLst>
                    <a:ext uri="{FF2B5EF4-FFF2-40B4-BE49-F238E27FC236}">
                      <a16:creationId xmlns:a16="http://schemas.microsoft.com/office/drawing/2014/main" id="{24476929-AE90-D9EF-EDCF-0399EBE8EE79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59" name="Rectangle 1358">
                  <a:extLst>
                    <a:ext uri="{FF2B5EF4-FFF2-40B4-BE49-F238E27FC236}">
                      <a16:creationId xmlns:a16="http://schemas.microsoft.com/office/drawing/2014/main" id="{F8ACCA53-E597-C80A-373A-B55AE3890FFC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0" name="Rectangle 1359">
                  <a:extLst>
                    <a:ext uri="{FF2B5EF4-FFF2-40B4-BE49-F238E27FC236}">
                      <a16:creationId xmlns:a16="http://schemas.microsoft.com/office/drawing/2014/main" id="{769FFF51-469C-330B-9DEF-017D926B25EA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1" name="Rectangle 1360">
                  <a:extLst>
                    <a:ext uri="{FF2B5EF4-FFF2-40B4-BE49-F238E27FC236}">
                      <a16:creationId xmlns:a16="http://schemas.microsoft.com/office/drawing/2014/main" id="{2DDCF409-831E-3851-871E-0DF7A29AF4A8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2" name="Rectangle 1361">
                  <a:extLst>
                    <a:ext uri="{FF2B5EF4-FFF2-40B4-BE49-F238E27FC236}">
                      <a16:creationId xmlns:a16="http://schemas.microsoft.com/office/drawing/2014/main" id="{B0E87255-22C0-53DC-7AB3-7D9E16F93393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3" name="Rectangle 1362">
                  <a:extLst>
                    <a:ext uri="{FF2B5EF4-FFF2-40B4-BE49-F238E27FC236}">
                      <a16:creationId xmlns:a16="http://schemas.microsoft.com/office/drawing/2014/main" id="{14EE2420-70DE-FE44-7BAA-6DE871EA3BF4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4" name="Rectangle 1363">
                  <a:extLst>
                    <a:ext uri="{FF2B5EF4-FFF2-40B4-BE49-F238E27FC236}">
                      <a16:creationId xmlns:a16="http://schemas.microsoft.com/office/drawing/2014/main" id="{5CF17E69-5494-B89D-525F-D513611802EC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5" name="Rectangle 1364">
                  <a:extLst>
                    <a:ext uri="{FF2B5EF4-FFF2-40B4-BE49-F238E27FC236}">
                      <a16:creationId xmlns:a16="http://schemas.microsoft.com/office/drawing/2014/main" id="{8DADFC27-2411-28C3-8DFD-2AAEB1DAF6AD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6" name="Rectangle 1365">
                  <a:extLst>
                    <a:ext uri="{FF2B5EF4-FFF2-40B4-BE49-F238E27FC236}">
                      <a16:creationId xmlns:a16="http://schemas.microsoft.com/office/drawing/2014/main" id="{1A5F7EB4-D49B-3281-080E-3C31498D95B9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7" name="Rectangle 1366">
                  <a:extLst>
                    <a:ext uri="{FF2B5EF4-FFF2-40B4-BE49-F238E27FC236}">
                      <a16:creationId xmlns:a16="http://schemas.microsoft.com/office/drawing/2014/main" id="{F18CE11E-45AA-4441-6ECB-5EBBADC589EA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8" name="Rectangle 1367">
                  <a:extLst>
                    <a:ext uri="{FF2B5EF4-FFF2-40B4-BE49-F238E27FC236}">
                      <a16:creationId xmlns:a16="http://schemas.microsoft.com/office/drawing/2014/main" id="{1DC0F9FA-C3DE-FB7B-D213-C29953A1E8E1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69" name="Rectangle 1368">
                  <a:extLst>
                    <a:ext uri="{FF2B5EF4-FFF2-40B4-BE49-F238E27FC236}">
                      <a16:creationId xmlns:a16="http://schemas.microsoft.com/office/drawing/2014/main" id="{9E080C83-26F6-8506-23DF-DC7F5FE69AB7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0" name="Rectangle 1369">
                  <a:extLst>
                    <a:ext uri="{FF2B5EF4-FFF2-40B4-BE49-F238E27FC236}">
                      <a16:creationId xmlns:a16="http://schemas.microsoft.com/office/drawing/2014/main" id="{9917E5D5-E730-9CAF-8B33-330D6D8902E3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1" name="Rectangle 1370">
                  <a:extLst>
                    <a:ext uri="{FF2B5EF4-FFF2-40B4-BE49-F238E27FC236}">
                      <a16:creationId xmlns:a16="http://schemas.microsoft.com/office/drawing/2014/main" id="{41A2FEBE-D1A6-45EA-BF41-D25168B0C86F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2" name="Rectangle 1371">
                  <a:extLst>
                    <a:ext uri="{FF2B5EF4-FFF2-40B4-BE49-F238E27FC236}">
                      <a16:creationId xmlns:a16="http://schemas.microsoft.com/office/drawing/2014/main" id="{6F6BC577-2D1A-7533-057A-C9415A3C5A33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3" name="Rectangle 1372">
                  <a:extLst>
                    <a:ext uri="{FF2B5EF4-FFF2-40B4-BE49-F238E27FC236}">
                      <a16:creationId xmlns:a16="http://schemas.microsoft.com/office/drawing/2014/main" id="{EE06906D-0383-160C-627B-232D2031F230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4" name="Rectangle 1373">
                  <a:extLst>
                    <a:ext uri="{FF2B5EF4-FFF2-40B4-BE49-F238E27FC236}">
                      <a16:creationId xmlns:a16="http://schemas.microsoft.com/office/drawing/2014/main" id="{D959A98A-59FF-AA94-69B3-BFD6E1968BB8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5" name="Rectangle 1374">
                  <a:extLst>
                    <a:ext uri="{FF2B5EF4-FFF2-40B4-BE49-F238E27FC236}">
                      <a16:creationId xmlns:a16="http://schemas.microsoft.com/office/drawing/2014/main" id="{0A485B0B-8D94-1042-D164-AAFCED99CB8D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6" name="Rectangle 1375">
                  <a:extLst>
                    <a:ext uri="{FF2B5EF4-FFF2-40B4-BE49-F238E27FC236}">
                      <a16:creationId xmlns:a16="http://schemas.microsoft.com/office/drawing/2014/main" id="{0052BC4D-2766-836C-5BFF-89B876897FF5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77" name="Rectangle 1376">
                  <a:extLst>
                    <a:ext uri="{FF2B5EF4-FFF2-40B4-BE49-F238E27FC236}">
                      <a16:creationId xmlns:a16="http://schemas.microsoft.com/office/drawing/2014/main" id="{0CC32820-5D42-B5D1-9356-8B85A7C936D5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47" name="Group 1246">
                <a:extLst>
                  <a:ext uri="{FF2B5EF4-FFF2-40B4-BE49-F238E27FC236}">
                    <a16:creationId xmlns:a16="http://schemas.microsoft.com/office/drawing/2014/main" id="{C2E8BD0D-2EF8-2780-0F36-609F21965FE7}"/>
                  </a:ext>
                </a:extLst>
              </p:cNvPr>
              <p:cNvGrpSpPr/>
              <p:nvPr/>
            </p:nvGrpSpPr>
            <p:grpSpPr>
              <a:xfrm>
                <a:off x="233680" y="0"/>
                <a:ext cx="233680" cy="7477760"/>
                <a:chOff x="0" y="0"/>
                <a:chExt cx="233680" cy="7477760"/>
              </a:xfrm>
            </p:grpSpPr>
            <p:sp>
              <p:nvSpPr>
                <p:cNvPr id="1314" name="Rectangle 1313">
                  <a:extLst>
                    <a:ext uri="{FF2B5EF4-FFF2-40B4-BE49-F238E27FC236}">
                      <a16:creationId xmlns:a16="http://schemas.microsoft.com/office/drawing/2014/main" id="{95BCD650-9D0B-AB56-106D-5DA518C995E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5" name="Rectangle 1314">
                  <a:extLst>
                    <a:ext uri="{FF2B5EF4-FFF2-40B4-BE49-F238E27FC236}">
                      <a16:creationId xmlns:a16="http://schemas.microsoft.com/office/drawing/2014/main" id="{F6F81184-E883-37DC-DA51-B23102542FD3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6" name="Rectangle 1315">
                  <a:extLst>
                    <a:ext uri="{FF2B5EF4-FFF2-40B4-BE49-F238E27FC236}">
                      <a16:creationId xmlns:a16="http://schemas.microsoft.com/office/drawing/2014/main" id="{A22640AC-82A0-0C1D-3A83-589B90001B51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7" name="Rectangle 1316">
                  <a:extLst>
                    <a:ext uri="{FF2B5EF4-FFF2-40B4-BE49-F238E27FC236}">
                      <a16:creationId xmlns:a16="http://schemas.microsoft.com/office/drawing/2014/main" id="{6D27E866-1F85-3D96-5573-2B4C20F092DF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8" name="Rectangle 1317">
                  <a:extLst>
                    <a:ext uri="{FF2B5EF4-FFF2-40B4-BE49-F238E27FC236}">
                      <a16:creationId xmlns:a16="http://schemas.microsoft.com/office/drawing/2014/main" id="{0BC8F4F9-BC19-A4C2-D3B1-FF86ACA933BE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9" name="Rectangle 1318">
                  <a:extLst>
                    <a:ext uri="{FF2B5EF4-FFF2-40B4-BE49-F238E27FC236}">
                      <a16:creationId xmlns:a16="http://schemas.microsoft.com/office/drawing/2014/main" id="{0DA6F46A-2868-832A-1DAE-342A84E82E71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0" name="Rectangle 1319">
                  <a:extLst>
                    <a:ext uri="{FF2B5EF4-FFF2-40B4-BE49-F238E27FC236}">
                      <a16:creationId xmlns:a16="http://schemas.microsoft.com/office/drawing/2014/main" id="{D945AD0A-013E-B37F-52AC-153F538F625D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1" name="Rectangle 1320">
                  <a:extLst>
                    <a:ext uri="{FF2B5EF4-FFF2-40B4-BE49-F238E27FC236}">
                      <a16:creationId xmlns:a16="http://schemas.microsoft.com/office/drawing/2014/main" id="{FDCC9C0B-EF24-85A6-F575-AF7E629C9089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2" name="Rectangle 1321">
                  <a:extLst>
                    <a:ext uri="{FF2B5EF4-FFF2-40B4-BE49-F238E27FC236}">
                      <a16:creationId xmlns:a16="http://schemas.microsoft.com/office/drawing/2014/main" id="{62E231A6-1CAF-3AD4-1DBC-6C07997C5317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3" name="Rectangle 1322">
                  <a:extLst>
                    <a:ext uri="{FF2B5EF4-FFF2-40B4-BE49-F238E27FC236}">
                      <a16:creationId xmlns:a16="http://schemas.microsoft.com/office/drawing/2014/main" id="{E8ECE62E-9F07-B127-2C1D-ECC7EC04EF72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4" name="Rectangle 1323">
                  <a:extLst>
                    <a:ext uri="{FF2B5EF4-FFF2-40B4-BE49-F238E27FC236}">
                      <a16:creationId xmlns:a16="http://schemas.microsoft.com/office/drawing/2014/main" id="{0650D40D-6FC8-EA6F-0FF0-F946FA2600A0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5" name="Rectangle 1324">
                  <a:extLst>
                    <a:ext uri="{FF2B5EF4-FFF2-40B4-BE49-F238E27FC236}">
                      <a16:creationId xmlns:a16="http://schemas.microsoft.com/office/drawing/2014/main" id="{D2A97FB0-844B-E82E-27EE-1B9329AEC40D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6" name="Rectangle 1325">
                  <a:extLst>
                    <a:ext uri="{FF2B5EF4-FFF2-40B4-BE49-F238E27FC236}">
                      <a16:creationId xmlns:a16="http://schemas.microsoft.com/office/drawing/2014/main" id="{E030481C-2EE2-9586-FCED-EA50AD7C95C4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7" name="Rectangle 1326">
                  <a:extLst>
                    <a:ext uri="{FF2B5EF4-FFF2-40B4-BE49-F238E27FC236}">
                      <a16:creationId xmlns:a16="http://schemas.microsoft.com/office/drawing/2014/main" id="{038BEBA8-B55E-87FD-0A0C-9D3DFC380E8A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8" name="Rectangle 1327">
                  <a:extLst>
                    <a:ext uri="{FF2B5EF4-FFF2-40B4-BE49-F238E27FC236}">
                      <a16:creationId xmlns:a16="http://schemas.microsoft.com/office/drawing/2014/main" id="{8F216792-DA1A-3B2F-9588-6D2001866189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29" name="Rectangle 1328">
                  <a:extLst>
                    <a:ext uri="{FF2B5EF4-FFF2-40B4-BE49-F238E27FC236}">
                      <a16:creationId xmlns:a16="http://schemas.microsoft.com/office/drawing/2014/main" id="{D4B2C67B-BA36-199D-D16B-57F78669B212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0" name="Rectangle 1329">
                  <a:extLst>
                    <a:ext uri="{FF2B5EF4-FFF2-40B4-BE49-F238E27FC236}">
                      <a16:creationId xmlns:a16="http://schemas.microsoft.com/office/drawing/2014/main" id="{B49BB6B8-5143-B1CF-A407-45A8ED15EEB1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1" name="Rectangle 1330">
                  <a:extLst>
                    <a:ext uri="{FF2B5EF4-FFF2-40B4-BE49-F238E27FC236}">
                      <a16:creationId xmlns:a16="http://schemas.microsoft.com/office/drawing/2014/main" id="{FB479E98-CEF0-E311-FC6C-3BA66C13BDF3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2" name="Rectangle 1331">
                  <a:extLst>
                    <a:ext uri="{FF2B5EF4-FFF2-40B4-BE49-F238E27FC236}">
                      <a16:creationId xmlns:a16="http://schemas.microsoft.com/office/drawing/2014/main" id="{5ADDD820-9534-DFB7-387E-DBDF16E71B41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3" name="Rectangle 1332">
                  <a:extLst>
                    <a:ext uri="{FF2B5EF4-FFF2-40B4-BE49-F238E27FC236}">
                      <a16:creationId xmlns:a16="http://schemas.microsoft.com/office/drawing/2014/main" id="{EBD90D48-F52A-F9C6-4C7C-C4FFF5DA55B2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4" name="Rectangle 1333">
                  <a:extLst>
                    <a:ext uri="{FF2B5EF4-FFF2-40B4-BE49-F238E27FC236}">
                      <a16:creationId xmlns:a16="http://schemas.microsoft.com/office/drawing/2014/main" id="{35359E42-25D4-896C-7D39-6BB13DA0DC24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5" name="Rectangle 1334">
                  <a:extLst>
                    <a:ext uri="{FF2B5EF4-FFF2-40B4-BE49-F238E27FC236}">
                      <a16:creationId xmlns:a16="http://schemas.microsoft.com/office/drawing/2014/main" id="{9C8A5441-1432-D04A-412E-163AD76C3889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6" name="Rectangle 1335">
                  <a:extLst>
                    <a:ext uri="{FF2B5EF4-FFF2-40B4-BE49-F238E27FC236}">
                      <a16:creationId xmlns:a16="http://schemas.microsoft.com/office/drawing/2014/main" id="{9F43A9FB-85C2-8127-17A9-6653D34E883A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7" name="Rectangle 1336">
                  <a:extLst>
                    <a:ext uri="{FF2B5EF4-FFF2-40B4-BE49-F238E27FC236}">
                      <a16:creationId xmlns:a16="http://schemas.microsoft.com/office/drawing/2014/main" id="{6CE00F25-7A1C-BBB9-E9CD-699EEE7AC8FA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8" name="Rectangle 1337">
                  <a:extLst>
                    <a:ext uri="{FF2B5EF4-FFF2-40B4-BE49-F238E27FC236}">
                      <a16:creationId xmlns:a16="http://schemas.microsoft.com/office/drawing/2014/main" id="{CE9F84BE-0D26-9041-D47C-B17F88604DC6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39" name="Rectangle 1338">
                  <a:extLst>
                    <a:ext uri="{FF2B5EF4-FFF2-40B4-BE49-F238E27FC236}">
                      <a16:creationId xmlns:a16="http://schemas.microsoft.com/office/drawing/2014/main" id="{B0720EBE-A04F-8B01-8D46-6EFE56284373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0" name="Rectangle 1339">
                  <a:extLst>
                    <a:ext uri="{FF2B5EF4-FFF2-40B4-BE49-F238E27FC236}">
                      <a16:creationId xmlns:a16="http://schemas.microsoft.com/office/drawing/2014/main" id="{D962D76B-8262-D669-61F5-AF40363ADEEF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1" name="Rectangle 1340">
                  <a:extLst>
                    <a:ext uri="{FF2B5EF4-FFF2-40B4-BE49-F238E27FC236}">
                      <a16:creationId xmlns:a16="http://schemas.microsoft.com/office/drawing/2014/main" id="{5D14CA47-A3D3-897F-BA6D-A5F3CFA2EA4E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2" name="Rectangle 1341">
                  <a:extLst>
                    <a:ext uri="{FF2B5EF4-FFF2-40B4-BE49-F238E27FC236}">
                      <a16:creationId xmlns:a16="http://schemas.microsoft.com/office/drawing/2014/main" id="{89E358CB-BBAC-F2B7-3050-7666DCFCA94F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3" name="Rectangle 1342">
                  <a:extLst>
                    <a:ext uri="{FF2B5EF4-FFF2-40B4-BE49-F238E27FC236}">
                      <a16:creationId xmlns:a16="http://schemas.microsoft.com/office/drawing/2014/main" id="{7F25C0B1-C02C-0276-122B-D17A5D03D351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4" name="Rectangle 1343">
                  <a:extLst>
                    <a:ext uri="{FF2B5EF4-FFF2-40B4-BE49-F238E27FC236}">
                      <a16:creationId xmlns:a16="http://schemas.microsoft.com/office/drawing/2014/main" id="{66AD19FC-A296-E068-5F6D-2D4795851BDE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45" name="Rectangle 1344">
                  <a:extLst>
                    <a:ext uri="{FF2B5EF4-FFF2-40B4-BE49-F238E27FC236}">
                      <a16:creationId xmlns:a16="http://schemas.microsoft.com/office/drawing/2014/main" id="{2B9D33FC-9132-DADF-26C4-BBEEF6604322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48" name="Group 1247">
                <a:extLst>
                  <a:ext uri="{FF2B5EF4-FFF2-40B4-BE49-F238E27FC236}">
                    <a16:creationId xmlns:a16="http://schemas.microsoft.com/office/drawing/2014/main" id="{FDC12E55-67AE-72CF-510F-3F4DCD19EB5B}"/>
                  </a:ext>
                </a:extLst>
              </p:cNvPr>
              <p:cNvGrpSpPr/>
              <p:nvPr/>
            </p:nvGrpSpPr>
            <p:grpSpPr>
              <a:xfrm>
                <a:off x="467360" y="0"/>
                <a:ext cx="233680" cy="7477760"/>
                <a:chOff x="0" y="0"/>
                <a:chExt cx="233680" cy="7477760"/>
              </a:xfrm>
            </p:grpSpPr>
            <p:sp>
              <p:nvSpPr>
                <p:cNvPr id="1282" name="Rectangle 1281">
                  <a:extLst>
                    <a:ext uri="{FF2B5EF4-FFF2-40B4-BE49-F238E27FC236}">
                      <a16:creationId xmlns:a16="http://schemas.microsoft.com/office/drawing/2014/main" id="{49E82A26-7230-6432-3E2C-078E693D684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3" name="Rectangle 1282">
                  <a:extLst>
                    <a:ext uri="{FF2B5EF4-FFF2-40B4-BE49-F238E27FC236}">
                      <a16:creationId xmlns:a16="http://schemas.microsoft.com/office/drawing/2014/main" id="{511551CA-36AC-9BD9-C302-F3D70B9ABDAA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4" name="Rectangle 1283">
                  <a:extLst>
                    <a:ext uri="{FF2B5EF4-FFF2-40B4-BE49-F238E27FC236}">
                      <a16:creationId xmlns:a16="http://schemas.microsoft.com/office/drawing/2014/main" id="{EC193DE8-494B-65CD-A417-D67F95D90B25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5" name="Rectangle 1284">
                  <a:extLst>
                    <a:ext uri="{FF2B5EF4-FFF2-40B4-BE49-F238E27FC236}">
                      <a16:creationId xmlns:a16="http://schemas.microsoft.com/office/drawing/2014/main" id="{07DAA11B-4BAC-55E7-76BA-91ABAA56278D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6" name="Rectangle 1285">
                  <a:extLst>
                    <a:ext uri="{FF2B5EF4-FFF2-40B4-BE49-F238E27FC236}">
                      <a16:creationId xmlns:a16="http://schemas.microsoft.com/office/drawing/2014/main" id="{6E93FCB8-E426-D7F8-8BBB-1D6155152228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7" name="Rectangle 1286">
                  <a:extLst>
                    <a:ext uri="{FF2B5EF4-FFF2-40B4-BE49-F238E27FC236}">
                      <a16:creationId xmlns:a16="http://schemas.microsoft.com/office/drawing/2014/main" id="{D28B3A78-D965-0CCC-8C33-2604AC0BDD90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8" name="Rectangle 1287">
                  <a:extLst>
                    <a:ext uri="{FF2B5EF4-FFF2-40B4-BE49-F238E27FC236}">
                      <a16:creationId xmlns:a16="http://schemas.microsoft.com/office/drawing/2014/main" id="{69053D87-F42D-6A52-D617-AA84B5763C4E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9" name="Rectangle 1288">
                  <a:extLst>
                    <a:ext uri="{FF2B5EF4-FFF2-40B4-BE49-F238E27FC236}">
                      <a16:creationId xmlns:a16="http://schemas.microsoft.com/office/drawing/2014/main" id="{1054CD7A-9FFC-7FE0-50AF-207ED0A3F957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0" name="Rectangle 1289">
                  <a:extLst>
                    <a:ext uri="{FF2B5EF4-FFF2-40B4-BE49-F238E27FC236}">
                      <a16:creationId xmlns:a16="http://schemas.microsoft.com/office/drawing/2014/main" id="{ADFDCCD4-C8D7-396D-14E7-2E77CE104D80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1" name="Rectangle 1290">
                  <a:extLst>
                    <a:ext uri="{FF2B5EF4-FFF2-40B4-BE49-F238E27FC236}">
                      <a16:creationId xmlns:a16="http://schemas.microsoft.com/office/drawing/2014/main" id="{66063F37-6216-349E-2F20-8C5A0DF14248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2" name="Rectangle 1291">
                  <a:extLst>
                    <a:ext uri="{FF2B5EF4-FFF2-40B4-BE49-F238E27FC236}">
                      <a16:creationId xmlns:a16="http://schemas.microsoft.com/office/drawing/2014/main" id="{1A48CC31-474B-DB32-C940-E35B4C8BEA66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3" name="Rectangle 1292">
                  <a:extLst>
                    <a:ext uri="{FF2B5EF4-FFF2-40B4-BE49-F238E27FC236}">
                      <a16:creationId xmlns:a16="http://schemas.microsoft.com/office/drawing/2014/main" id="{DFFB70D4-0AA2-51DC-17CF-742DAFC1EFA0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4" name="Rectangle 1293">
                  <a:extLst>
                    <a:ext uri="{FF2B5EF4-FFF2-40B4-BE49-F238E27FC236}">
                      <a16:creationId xmlns:a16="http://schemas.microsoft.com/office/drawing/2014/main" id="{42F9842E-CBD7-5908-5BE4-BDCCAAE577AF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5" name="Rectangle 1294">
                  <a:extLst>
                    <a:ext uri="{FF2B5EF4-FFF2-40B4-BE49-F238E27FC236}">
                      <a16:creationId xmlns:a16="http://schemas.microsoft.com/office/drawing/2014/main" id="{46D782D9-BE1F-379D-5797-767DB8E7248F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6" name="Rectangle 1295">
                  <a:extLst>
                    <a:ext uri="{FF2B5EF4-FFF2-40B4-BE49-F238E27FC236}">
                      <a16:creationId xmlns:a16="http://schemas.microsoft.com/office/drawing/2014/main" id="{C043D8AB-7433-48E6-0F06-C7A68408FE34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7" name="Rectangle 1296">
                  <a:extLst>
                    <a:ext uri="{FF2B5EF4-FFF2-40B4-BE49-F238E27FC236}">
                      <a16:creationId xmlns:a16="http://schemas.microsoft.com/office/drawing/2014/main" id="{AD3DA151-4EDC-A40C-FA1C-8A893FE52857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8" name="Rectangle 1297">
                  <a:extLst>
                    <a:ext uri="{FF2B5EF4-FFF2-40B4-BE49-F238E27FC236}">
                      <a16:creationId xmlns:a16="http://schemas.microsoft.com/office/drawing/2014/main" id="{E33C8D1C-BFA7-45D2-9D1A-0F9C20D8B402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99" name="Rectangle 1298">
                  <a:extLst>
                    <a:ext uri="{FF2B5EF4-FFF2-40B4-BE49-F238E27FC236}">
                      <a16:creationId xmlns:a16="http://schemas.microsoft.com/office/drawing/2014/main" id="{240F5FE4-24E3-5BD7-B03D-3F226C342AF3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0" name="Rectangle 1299">
                  <a:extLst>
                    <a:ext uri="{FF2B5EF4-FFF2-40B4-BE49-F238E27FC236}">
                      <a16:creationId xmlns:a16="http://schemas.microsoft.com/office/drawing/2014/main" id="{42D20DC9-8D62-2EB8-9BDA-3075470F0C1C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1" name="Rectangle 1300">
                  <a:extLst>
                    <a:ext uri="{FF2B5EF4-FFF2-40B4-BE49-F238E27FC236}">
                      <a16:creationId xmlns:a16="http://schemas.microsoft.com/office/drawing/2014/main" id="{FDD85A93-09C4-1D2A-A152-C3EB3F887616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2" name="Rectangle 1301">
                  <a:extLst>
                    <a:ext uri="{FF2B5EF4-FFF2-40B4-BE49-F238E27FC236}">
                      <a16:creationId xmlns:a16="http://schemas.microsoft.com/office/drawing/2014/main" id="{26B0C8CA-FFA3-31DB-BE0E-EF1DFAC33B59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3" name="Rectangle 1302">
                  <a:extLst>
                    <a:ext uri="{FF2B5EF4-FFF2-40B4-BE49-F238E27FC236}">
                      <a16:creationId xmlns:a16="http://schemas.microsoft.com/office/drawing/2014/main" id="{56C2B90C-9185-55C1-BCEC-3FA03A398E34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4" name="Rectangle 1303">
                  <a:extLst>
                    <a:ext uri="{FF2B5EF4-FFF2-40B4-BE49-F238E27FC236}">
                      <a16:creationId xmlns:a16="http://schemas.microsoft.com/office/drawing/2014/main" id="{F7C22EB4-B0B8-9ABC-51CA-A475C86C0C8F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5" name="Rectangle 1304">
                  <a:extLst>
                    <a:ext uri="{FF2B5EF4-FFF2-40B4-BE49-F238E27FC236}">
                      <a16:creationId xmlns:a16="http://schemas.microsoft.com/office/drawing/2014/main" id="{321A8145-BD3F-D3C5-017A-167B237D9E91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6" name="Rectangle 1305">
                  <a:extLst>
                    <a:ext uri="{FF2B5EF4-FFF2-40B4-BE49-F238E27FC236}">
                      <a16:creationId xmlns:a16="http://schemas.microsoft.com/office/drawing/2014/main" id="{BFF1892D-03A2-3BEB-78BA-A795DC8AE96E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7" name="Rectangle 1306">
                  <a:extLst>
                    <a:ext uri="{FF2B5EF4-FFF2-40B4-BE49-F238E27FC236}">
                      <a16:creationId xmlns:a16="http://schemas.microsoft.com/office/drawing/2014/main" id="{EED986BB-684D-F7F1-1128-788B5A733D51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8" name="Rectangle 1307">
                  <a:extLst>
                    <a:ext uri="{FF2B5EF4-FFF2-40B4-BE49-F238E27FC236}">
                      <a16:creationId xmlns:a16="http://schemas.microsoft.com/office/drawing/2014/main" id="{5FF3FCAD-F527-8BE0-3961-73E878F8FAB4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09" name="Rectangle 1308">
                  <a:extLst>
                    <a:ext uri="{FF2B5EF4-FFF2-40B4-BE49-F238E27FC236}">
                      <a16:creationId xmlns:a16="http://schemas.microsoft.com/office/drawing/2014/main" id="{9EC2C56D-9F6D-3798-C358-D1C8F892DA5F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0" name="Rectangle 1309">
                  <a:extLst>
                    <a:ext uri="{FF2B5EF4-FFF2-40B4-BE49-F238E27FC236}">
                      <a16:creationId xmlns:a16="http://schemas.microsoft.com/office/drawing/2014/main" id="{7D611073-C793-FBFE-A502-262759B65985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1" name="Rectangle 1310">
                  <a:extLst>
                    <a:ext uri="{FF2B5EF4-FFF2-40B4-BE49-F238E27FC236}">
                      <a16:creationId xmlns:a16="http://schemas.microsoft.com/office/drawing/2014/main" id="{54542BF9-9D40-D1AB-2FAB-8C9543475668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2" name="Rectangle 1311">
                  <a:extLst>
                    <a:ext uri="{FF2B5EF4-FFF2-40B4-BE49-F238E27FC236}">
                      <a16:creationId xmlns:a16="http://schemas.microsoft.com/office/drawing/2014/main" id="{895977A5-8073-926C-65B4-21C71709D916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13" name="Rectangle 1312">
                  <a:extLst>
                    <a:ext uri="{FF2B5EF4-FFF2-40B4-BE49-F238E27FC236}">
                      <a16:creationId xmlns:a16="http://schemas.microsoft.com/office/drawing/2014/main" id="{EBFEEBBA-0424-1B04-6FF4-0218500E85B6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249" name="Group 1248">
                <a:extLst>
                  <a:ext uri="{FF2B5EF4-FFF2-40B4-BE49-F238E27FC236}">
                    <a16:creationId xmlns:a16="http://schemas.microsoft.com/office/drawing/2014/main" id="{6A6A4D9E-30F3-04FF-03A3-A1B2BA6CCAEF}"/>
                  </a:ext>
                </a:extLst>
              </p:cNvPr>
              <p:cNvGrpSpPr/>
              <p:nvPr/>
            </p:nvGrpSpPr>
            <p:grpSpPr>
              <a:xfrm>
                <a:off x="701040" y="0"/>
                <a:ext cx="233680" cy="7477760"/>
                <a:chOff x="0" y="0"/>
                <a:chExt cx="233680" cy="7477760"/>
              </a:xfrm>
            </p:grpSpPr>
            <p:sp>
              <p:nvSpPr>
                <p:cNvPr id="1250" name="Rectangle 1249">
                  <a:extLst>
                    <a:ext uri="{FF2B5EF4-FFF2-40B4-BE49-F238E27FC236}">
                      <a16:creationId xmlns:a16="http://schemas.microsoft.com/office/drawing/2014/main" id="{599A9A26-248E-9513-DA53-9AA6D510941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1" name="Rectangle 1250">
                  <a:extLst>
                    <a:ext uri="{FF2B5EF4-FFF2-40B4-BE49-F238E27FC236}">
                      <a16:creationId xmlns:a16="http://schemas.microsoft.com/office/drawing/2014/main" id="{B3F1623F-1EC9-A3E8-95B8-512574FEE300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2" name="Rectangle 1251">
                  <a:extLst>
                    <a:ext uri="{FF2B5EF4-FFF2-40B4-BE49-F238E27FC236}">
                      <a16:creationId xmlns:a16="http://schemas.microsoft.com/office/drawing/2014/main" id="{F34DA3FE-DDE6-9760-A68A-E48133B9ED1C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3" name="Rectangle 1252">
                  <a:extLst>
                    <a:ext uri="{FF2B5EF4-FFF2-40B4-BE49-F238E27FC236}">
                      <a16:creationId xmlns:a16="http://schemas.microsoft.com/office/drawing/2014/main" id="{F53CF1E4-8BDB-3658-8727-D6A552A08A61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4" name="Rectangle 1253">
                  <a:extLst>
                    <a:ext uri="{FF2B5EF4-FFF2-40B4-BE49-F238E27FC236}">
                      <a16:creationId xmlns:a16="http://schemas.microsoft.com/office/drawing/2014/main" id="{BE7C2365-E880-88E5-A6F8-B229FA7BA351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5" name="Rectangle 1254">
                  <a:extLst>
                    <a:ext uri="{FF2B5EF4-FFF2-40B4-BE49-F238E27FC236}">
                      <a16:creationId xmlns:a16="http://schemas.microsoft.com/office/drawing/2014/main" id="{B83D3DD7-404C-23A1-6E83-B1573F676906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6" name="Rectangle 1255">
                  <a:extLst>
                    <a:ext uri="{FF2B5EF4-FFF2-40B4-BE49-F238E27FC236}">
                      <a16:creationId xmlns:a16="http://schemas.microsoft.com/office/drawing/2014/main" id="{7C3F319A-B9A5-BA1E-B73F-5AF4D8E0AE5D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7" name="Rectangle 1256">
                  <a:extLst>
                    <a:ext uri="{FF2B5EF4-FFF2-40B4-BE49-F238E27FC236}">
                      <a16:creationId xmlns:a16="http://schemas.microsoft.com/office/drawing/2014/main" id="{1D3F08B2-4706-3345-49D3-C313E4A76D9B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8" name="Rectangle 1257">
                  <a:extLst>
                    <a:ext uri="{FF2B5EF4-FFF2-40B4-BE49-F238E27FC236}">
                      <a16:creationId xmlns:a16="http://schemas.microsoft.com/office/drawing/2014/main" id="{F4C4F1C6-6EB7-1FE2-A16C-B3EE6681CB25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59" name="Rectangle 1258">
                  <a:extLst>
                    <a:ext uri="{FF2B5EF4-FFF2-40B4-BE49-F238E27FC236}">
                      <a16:creationId xmlns:a16="http://schemas.microsoft.com/office/drawing/2014/main" id="{9C429A4E-BFA6-DD82-5677-F2EB5396F62C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0" name="Rectangle 1259">
                  <a:extLst>
                    <a:ext uri="{FF2B5EF4-FFF2-40B4-BE49-F238E27FC236}">
                      <a16:creationId xmlns:a16="http://schemas.microsoft.com/office/drawing/2014/main" id="{98A949CF-90C2-3F27-DBDE-7777FE8D6CE6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1" name="Rectangle 1260">
                  <a:extLst>
                    <a:ext uri="{FF2B5EF4-FFF2-40B4-BE49-F238E27FC236}">
                      <a16:creationId xmlns:a16="http://schemas.microsoft.com/office/drawing/2014/main" id="{D550BA86-B4F8-49AC-E8CD-E0869AFDC96D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2" name="Rectangle 1261">
                  <a:extLst>
                    <a:ext uri="{FF2B5EF4-FFF2-40B4-BE49-F238E27FC236}">
                      <a16:creationId xmlns:a16="http://schemas.microsoft.com/office/drawing/2014/main" id="{399E06E5-3724-D976-95A4-61C1B4313453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3" name="Rectangle 1262">
                  <a:extLst>
                    <a:ext uri="{FF2B5EF4-FFF2-40B4-BE49-F238E27FC236}">
                      <a16:creationId xmlns:a16="http://schemas.microsoft.com/office/drawing/2014/main" id="{B7FA26B2-920A-7B6B-DD1F-449BD1382BD4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4" name="Rectangle 1263">
                  <a:extLst>
                    <a:ext uri="{FF2B5EF4-FFF2-40B4-BE49-F238E27FC236}">
                      <a16:creationId xmlns:a16="http://schemas.microsoft.com/office/drawing/2014/main" id="{7204BE22-3219-C19A-DFF3-7919CBE002C8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5" name="Rectangle 1264">
                  <a:extLst>
                    <a:ext uri="{FF2B5EF4-FFF2-40B4-BE49-F238E27FC236}">
                      <a16:creationId xmlns:a16="http://schemas.microsoft.com/office/drawing/2014/main" id="{7230F3DF-89B4-6C4B-EFC8-A8D38BD2304D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6" name="Rectangle 1265">
                  <a:extLst>
                    <a:ext uri="{FF2B5EF4-FFF2-40B4-BE49-F238E27FC236}">
                      <a16:creationId xmlns:a16="http://schemas.microsoft.com/office/drawing/2014/main" id="{5361D219-F792-3F10-7115-922D7376315F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7" name="Rectangle 1266">
                  <a:extLst>
                    <a:ext uri="{FF2B5EF4-FFF2-40B4-BE49-F238E27FC236}">
                      <a16:creationId xmlns:a16="http://schemas.microsoft.com/office/drawing/2014/main" id="{88CAB2E9-D916-9A0E-FE44-147D84B114BC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8" name="Rectangle 1267">
                  <a:extLst>
                    <a:ext uri="{FF2B5EF4-FFF2-40B4-BE49-F238E27FC236}">
                      <a16:creationId xmlns:a16="http://schemas.microsoft.com/office/drawing/2014/main" id="{CA6F231C-DD11-D7D0-7894-6FB6A461B026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69" name="Rectangle 1268">
                  <a:extLst>
                    <a:ext uri="{FF2B5EF4-FFF2-40B4-BE49-F238E27FC236}">
                      <a16:creationId xmlns:a16="http://schemas.microsoft.com/office/drawing/2014/main" id="{5D9DC2EA-53D4-1774-CEDD-06A69EB28727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0" name="Rectangle 1269">
                  <a:extLst>
                    <a:ext uri="{FF2B5EF4-FFF2-40B4-BE49-F238E27FC236}">
                      <a16:creationId xmlns:a16="http://schemas.microsoft.com/office/drawing/2014/main" id="{3A4783C8-BEBC-1D0F-F6DD-8E7ACAFA5969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1" name="Rectangle 1270">
                  <a:extLst>
                    <a:ext uri="{FF2B5EF4-FFF2-40B4-BE49-F238E27FC236}">
                      <a16:creationId xmlns:a16="http://schemas.microsoft.com/office/drawing/2014/main" id="{2F217ECE-F185-96F4-422C-7EC184A4B9BC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2" name="Rectangle 1271">
                  <a:extLst>
                    <a:ext uri="{FF2B5EF4-FFF2-40B4-BE49-F238E27FC236}">
                      <a16:creationId xmlns:a16="http://schemas.microsoft.com/office/drawing/2014/main" id="{89B51136-8AF9-4D80-7127-B8230F9C01A0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3" name="Rectangle 1272">
                  <a:extLst>
                    <a:ext uri="{FF2B5EF4-FFF2-40B4-BE49-F238E27FC236}">
                      <a16:creationId xmlns:a16="http://schemas.microsoft.com/office/drawing/2014/main" id="{393AB7D8-DFF5-FA7A-5708-B81F2C5EC628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4" name="Rectangle 1273">
                  <a:extLst>
                    <a:ext uri="{FF2B5EF4-FFF2-40B4-BE49-F238E27FC236}">
                      <a16:creationId xmlns:a16="http://schemas.microsoft.com/office/drawing/2014/main" id="{A35E080B-429C-E77B-B4DE-2B02E29B536D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5" name="Rectangle 1274">
                  <a:extLst>
                    <a:ext uri="{FF2B5EF4-FFF2-40B4-BE49-F238E27FC236}">
                      <a16:creationId xmlns:a16="http://schemas.microsoft.com/office/drawing/2014/main" id="{E44C3437-AE5A-BB92-031F-15A9D27E9698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6" name="Rectangle 1275">
                  <a:extLst>
                    <a:ext uri="{FF2B5EF4-FFF2-40B4-BE49-F238E27FC236}">
                      <a16:creationId xmlns:a16="http://schemas.microsoft.com/office/drawing/2014/main" id="{98C1CBBD-2E58-64CB-E53D-DE7744B097EC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7" name="Rectangle 1276">
                  <a:extLst>
                    <a:ext uri="{FF2B5EF4-FFF2-40B4-BE49-F238E27FC236}">
                      <a16:creationId xmlns:a16="http://schemas.microsoft.com/office/drawing/2014/main" id="{3C195B29-0033-FABC-9D3F-2CC2D80FD2E5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8" name="Rectangle 1277">
                  <a:extLst>
                    <a:ext uri="{FF2B5EF4-FFF2-40B4-BE49-F238E27FC236}">
                      <a16:creationId xmlns:a16="http://schemas.microsoft.com/office/drawing/2014/main" id="{F5D383CA-0BD7-F67B-6A9D-CD7442541C16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79" name="Rectangle 1278">
                  <a:extLst>
                    <a:ext uri="{FF2B5EF4-FFF2-40B4-BE49-F238E27FC236}">
                      <a16:creationId xmlns:a16="http://schemas.microsoft.com/office/drawing/2014/main" id="{33425336-8944-2969-A398-03F76D8E8C9C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0" name="Rectangle 1279">
                  <a:extLst>
                    <a:ext uri="{FF2B5EF4-FFF2-40B4-BE49-F238E27FC236}">
                      <a16:creationId xmlns:a16="http://schemas.microsoft.com/office/drawing/2014/main" id="{9B1E2A7B-CD47-4CFA-3D14-462CB9C89A2F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81" name="Rectangle 1280">
                  <a:extLst>
                    <a:ext uri="{FF2B5EF4-FFF2-40B4-BE49-F238E27FC236}">
                      <a16:creationId xmlns:a16="http://schemas.microsoft.com/office/drawing/2014/main" id="{117E129B-4343-2EDA-9C28-55BB91B6AE8E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378" name="Group 1377">
              <a:extLst>
                <a:ext uri="{FF2B5EF4-FFF2-40B4-BE49-F238E27FC236}">
                  <a16:creationId xmlns:a16="http://schemas.microsoft.com/office/drawing/2014/main" id="{8CFB323C-F3B8-E977-A5F7-907008E1DED6}"/>
                </a:ext>
              </a:extLst>
            </p:cNvPr>
            <p:cNvGrpSpPr/>
            <p:nvPr/>
          </p:nvGrpSpPr>
          <p:grpSpPr>
            <a:xfrm>
              <a:off x="6543040" y="0"/>
              <a:ext cx="934720" cy="7477760"/>
              <a:chOff x="0" y="0"/>
              <a:chExt cx="934720" cy="7477760"/>
            </a:xfrm>
          </p:grpSpPr>
          <p:grpSp>
            <p:nvGrpSpPr>
              <p:cNvPr id="1379" name="Group 1378">
                <a:extLst>
                  <a:ext uri="{FF2B5EF4-FFF2-40B4-BE49-F238E27FC236}">
                    <a16:creationId xmlns:a16="http://schemas.microsoft.com/office/drawing/2014/main" id="{2273842D-9683-CD47-E7F2-49E0740439A4}"/>
                  </a:ext>
                </a:extLst>
              </p:cNvPr>
              <p:cNvGrpSpPr/>
              <p:nvPr/>
            </p:nvGrpSpPr>
            <p:grpSpPr>
              <a:xfrm>
                <a:off x="0" y="0"/>
                <a:ext cx="233680" cy="7477760"/>
                <a:chOff x="0" y="0"/>
                <a:chExt cx="233680" cy="7477760"/>
              </a:xfrm>
            </p:grpSpPr>
            <p:sp>
              <p:nvSpPr>
                <p:cNvPr id="1479" name="Rectangle 1478">
                  <a:extLst>
                    <a:ext uri="{FF2B5EF4-FFF2-40B4-BE49-F238E27FC236}">
                      <a16:creationId xmlns:a16="http://schemas.microsoft.com/office/drawing/2014/main" id="{0445F9C7-31EA-0E29-7DC0-D1F29D2E49B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0" name="Rectangle 1479">
                  <a:extLst>
                    <a:ext uri="{FF2B5EF4-FFF2-40B4-BE49-F238E27FC236}">
                      <a16:creationId xmlns:a16="http://schemas.microsoft.com/office/drawing/2014/main" id="{308FC9FD-5C5C-A61F-A67A-57CD54771E06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1" name="Rectangle 1480">
                  <a:extLst>
                    <a:ext uri="{FF2B5EF4-FFF2-40B4-BE49-F238E27FC236}">
                      <a16:creationId xmlns:a16="http://schemas.microsoft.com/office/drawing/2014/main" id="{26FCE289-0F8E-8ADA-6238-E9D210C88971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2" name="Rectangle 1481">
                  <a:extLst>
                    <a:ext uri="{FF2B5EF4-FFF2-40B4-BE49-F238E27FC236}">
                      <a16:creationId xmlns:a16="http://schemas.microsoft.com/office/drawing/2014/main" id="{0F5CF3F0-9025-005F-D5C8-34412CFAEDAC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3" name="Rectangle 1482">
                  <a:extLst>
                    <a:ext uri="{FF2B5EF4-FFF2-40B4-BE49-F238E27FC236}">
                      <a16:creationId xmlns:a16="http://schemas.microsoft.com/office/drawing/2014/main" id="{ACAA259F-01CA-FBAF-FAE2-095FADDEC3CE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4" name="Rectangle 1483">
                  <a:extLst>
                    <a:ext uri="{FF2B5EF4-FFF2-40B4-BE49-F238E27FC236}">
                      <a16:creationId xmlns:a16="http://schemas.microsoft.com/office/drawing/2014/main" id="{4B774E9D-2F38-ECDB-7ACD-40018EEDF959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5" name="Rectangle 1484">
                  <a:extLst>
                    <a:ext uri="{FF2B5EF4-FFF2-40B4-BE49-F238E27FC236}">
                      <a16:creationId xmlns:a16="http://schemas.microsoft.com/office/drawing/2014/main" id="{A3D08830-CAEC-B46F-4E15-5F189D03C875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6" name="Rectangle 1485">
                  <a:extLst>
                    <a:ext uri="{FF2B5EF4-FFF2-40B4-BE49-F238E27FC236}">
                      <a16:creationId xmlns:a16="http://schemas.microsoft.com/office/drawing/2014/main" id="{E61402E8-FBA6-C4DA-968B-D6700B8B3462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7" name="Rectangle 1486">
                  <a:extLst>
                    <a:ext uri="{FF2B5EF4-FFF2-40B4-BE49-F238E27FC236}">
                      <a16:creationId xmlns:a16="http://schemas.microsoft.com/office/drawing/2014/main" id="{A3B9E6F9-8ACA-E633-6461-30B41A35F18F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8" name="Rectangle 1487">
                  <a:extLst>
                    <a:ext uri="{FF2B5EF4-FFF2-40B4-BE49-F238E27FC236}">
                      <a16:creationId xmlns:a16="http://schemas.microsoft.com/office/drawing/2014/main" id="{BF71E43C-D081-C0D4-2138-EFAC835ACBCD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89" name="Rectangle 1488">
                  <a:extLst>
                    <a:ext uri="{FF2B5EF4-FFF2-40B4-BE49-F238E27FC236}">
                      <a16:creationId xmlns:a16="http://schemas.microsoft.com/office/drawing/2014/main" id="{A3DDA4D2-FAD5-9CFC-953D-CFC048CD8719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0" name="Rectangle 1489">
                  <a:extLst>
                    <a:ext uri="{FF2B5EF4-FFF2-40B4-BE49-F238E27FC236}">
                      <a16:creationId xmlns:a16="http://schemas.microsoft.com/office/drawing/2014/main" id="{C6F91F3C-265A-C482-81EF-C53CA875CD47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1" name="Rectangle 1490">
                  <a:extLst>
                    <a:ext uri="{FF2B5EF4-FFF2-40B4-BE49-F238E27FC236}">
                      <a16:creationId xmlns:a16="http://schemas.microsoft.com/office/drawing/2014/main" id="{13E91341-C81B-1AB6-9C32-9D22D9C88F87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2" name="Rectangle 1491">
                  <a:extLst>
                    <a:ext uri="{FF2B5EF4-FFF2-40B4-BE49-F238E27FC236}">
                      <a16:creationId xmlns:a16="http://schemas.microsoft.com/office/drawing/2014/main" id="{81273E76-446A-8B1C-6773-4202FB822831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3" name="Rectangle 1492">
                  <a:extLst>
                    <a:ext uri="{FF2B5EF4-FFF2-40B4-BE49-F238E27FC236}">
                      <a16:creationId xmlns:a16="http://schemas.microsoft.com/office/drawing/2014/main" id="{3380F3F0-9766-E0F6-920A-DD09536FC6B7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4" name="Rectangle 1493">
                  <a:extLst>
                    <a:ext uri="{FF2B5EF4-FFF2-40B4-BE49-F238E27FC236}">
                      <a16:creationId xmlns:a16="http://schemas.microsoft.com/office/drawing/2014/main" id="{2689E144-C04E-E742-1F10-AB77296C8A1F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5" name="Rectangle 1494">
                  <a:extLst>
                    <a:ext uri="{FF2B5EF4-FFF2-40B4-BE49-F238E27FC236}">
                      <a16:creationId xmlns:a16="http://schemas.microsoft.com/office/drawing/2014/main" id="{D00DE1BA-6949-30D5-9B79-44883A50A592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6" name="Rectangle 1495">
                  <a:extLst>
                    <a:ext uri="{FF2B5EF4-FFF2-40B4-BE49-F238E27FC236}">
                      <a16:creationId xmlns:a16="http://schemas.microsoft.com/office/drawing/2014/main" id="{C64D8555-729F-3FF4-867E-225176C8EA20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7" name="Rectangle 1496">
                  <a:extLst>
                    <a:ext uri="{FF2B5EF4-FFF2-40B4-BE49-F238E27FC236}">
                      <a16:creationId xmlns:a16="http://schemas.microsoft.com/office/drawing/2014/main" id="{B1248943-6534-DF76-9233-CFE177935AA7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8" name="Rectangle 1497">
                  <a:extLst>
                    <a:ext uri="{FF2B5EF4-FFF2-40B4-BE49-F238E27FC236}">
                      <a16:creationId xmlns:a16="http://schemas.microsoft.com/office/drawing/2014/main" id="{1C499C41-543A-3946-A2B9-AF5E76B79694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99" name="Rectangle 1498">
                  <a:extLst>
                    <a:ext uri="{FF2B5EF4-FFF2-40B4-BE49-F238E27FC236}">
                      <a16:creationId xmlns:a16="http://schemas.microsoft.com/office/drawing/2014/main" id="{1EA9447F-8BE9-625E-F1CB-2A282BC92E39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0" name="Rectangle 1499">
                  <a:extLst>
                    <a:ext uri="{FF2B5EF4-FFF2-40B4-BE49-F238E27FC236}">
                      <a16:creationId xmlns:a16="http://schemas.microsoft.com/office/drawing/2014/main" id="{9768A32E-5028-00E2-C4C5-56EB2D63EAD8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1" name="Rectangle 1500">
                  <a:extLst>
                    <a:ext uri="{FF2B5EF4-FFF2-40B4-BE49-F238E27FC236}">
                      <a16:creationId xmlns:a16="http://schemas.microsoft.com/office/drawing/2014/main" id="{9B514532-E207-0824-C450-39597CBE6EC6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2" name="Rectangle 1501">
                  <a:extLst>
                    <a:ext uri="{FF2B5EF4-FFF2-40B4-BE49-F238E27FC236}">
                      <a16:creationId xmlns:a16="http://schemas.microsoft.com/office/drawing/2014/main" id="{03092470-2ECC-AD75-F6E1-2C24AF69E8B1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3" name="Rectangle 1502">
                  <a:extLst>
                    <a:ext uri="{FF2B5EF4-FFF2-40B4-BE49-F238E27FC236}">
                      <a16:creationId xmlns:a16="http://schemas.microsoft.com/office/drawing/2014/main" id="{F343FDE6-DF86-A4AC-8214-F1C03BAE5F25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4" name="Rectangle 1503">
                  <a:extLst>
                    <a:ext uri="{FF2B5EF4-FFF2-40B4-BE49-F238E27FC236}">
                      <a16:creationId xmlns:a16="http://schemas.microsoft.com/office/drawing/2014/main" id="{D2C756A3-A48C-B3E3-D485-08E881810D4B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5" name="Rectangle 1504">
                  <a:extLst>
                    <a:ext uri="{FF2B5EF4-FFF2-40B4-BE49-F238E27FC236}">
                      <a16:creationId xmlns:a16="http://schemas.microsoft.com/office/drawing/2014/main" id="{4C0EA71E-D0CE-CB97-A225-6E3016BA4260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6" name="Rectangle 1505">
                  <a:extLst>
                    <a:ext uri="{FF2B5EF4-FFF2-40B4-BE49-F238E27FC236}">
                      <a16:creationId xmlns:a16="http://schemas.microsoft.com/office/drawing/2014/main" id="{316BDF8E-21AB-4640-4603-F56DD0610A22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7" name="Rectangle 1506">
                  <a:extLst>
                    <a:ext uri="{FF2B5EF4-FFF2-40B4-BE49-F238E27FC236}">
                      <a16:creationId xmlns:a16="http://schemas.microsoft.com/office/drawing/2014/main" id="{913A61CE-7955-AEC9-CEA5-571D0E9A229B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8" name="Rectangle 1507">
                  <a:extLst>
                    <a:ext uri="{FF2B5EF4-FFF2-40B4-BE49-F238E27FC236}">
                      <a16:creationId xmlns:a16="http://schemas.microsoft.com/office/drawing/2014/main" id="{03C9D895-AE63-3F43-B28D-B7FC0A1F9C15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09" name="Rectangle 1508">
                  <a:extLst>
                    <a:ext uri="{FF2B5EF4-FFF2-40B4-BE49-F238E27FC236}">
                      <a16:creationId xmlns:a16="http://schemas.microsoft.com/office/drawing/2014/main" id="{94AA02F9-7BBA-0209-3DE2-973DA354DD78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0" name="Rectangle 1509">
                  <a:extLst>
                    <a:ext uri="{FF2B5EF4-FFF2-40B4-BE49-F238E27FC236}">
                      <a16:creationId xmlns:a16="http://schemas.microsoft.com/office/drawing/2014/main" id="{E0A005AB-ED11-7778-8E89-A36532D3D1FC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80" name="Group 1379">
                <a:extLst>
                  <a:ext uri="{FF2B5EF4-FFF2-40B4-BE49-F238E27FC236}">
                    <a16:creationId xmlns:a16="http://schemas.microsoft.com/office/drawing/2014/main" id="{880C69B4-606F-2872-DF72-FCCC10F33DCA}"/>
                  </a:ext>
                </a:extLst>
              </p:cNvPr>
              <p:cNvGrpSpPr/>
              <p:nvPr/>
            </p:nvGrpSpPr>
            <p:grpSpPr>
              <a:xfrm>
                <a:off x="233680" y="0"/>
                <a:ext cx="233680" cy="7477760"/>
                <a:chOff x="0" y="0"/>
                <a:chExt cx="233680" cy="7477760"/>
              </a:xfrm>
            </p:grpSpPr>
            <p:sp>
              <p:nvSpPr>
                <p:cNvPr id="1447" name="Rectangle 1446">
                  <a:extLst>
                    <a:ext uri="{FF2B5EF4-FFF2-40B4-BE49-F238E27FC236}">
                      <a16:creationId xmlns:a16="http://schemas.microsoft.com/office/drawing/2014/main" id="{4919104B-5897-86DD-82A0-12FA1EB681B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8" name="Rectangle 1447">
                  <a:extLst>
                    <a:ext uri="{FF2B5EF4-FFF2-40B4-BE49-F238E27FC236}">
                      <a16:creationId xmlns:a16="http://schemas.microsoft.com/office/drawing/2014/main" id="{192C8A9A-EBB0-C44E-CDB9-4FCF83911E3D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9" name="Rectangle 1448">
                  <a:extLst>
                    <a:ext uri="{FF2B5EF4-FFF2-40B4-BE49-F238E27FC236}">
                      <a16:creationId xmlns:a16="http://schemas.microsoft.com/office/drawing/2014/main" id="{A896E011-85A6-2CEB-E054-F30F30AF6C0A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0" name="Rectangle 1449">
                  <a:extLst>
                    <a:ext uri="{FF2B5EF4-FFF2-40B4-BE49-F238E27FC236}">
                      <a16:creationId xmlns:a16="http://schemas.microsoft.com/office/drawing/2014/main" id="{AC53722C-235D-08E4-362F-6D8BE9EF5632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1" name="Rectangle 1450">
                  <a:extLst>
                    <a:ext uri="{FF2B5EF4-FFF2-40B4-BE49-F238E27FC236}">
                      <a16:creationId xmlns:a16="http://schemas.microsoft.com/office/drawing/2014/main" id="{CA22FFC9-08AE-49F3-0113-6176850AFEF0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2" name="Rectangle 1451">
                  <a:extLst>
                    <a:ext uri="{FF2B5EF4-FFF2-40B4-BE49-F238E27FC236}">
                      <a16:creationId xmlns:a16="http://schemas.microsoft.com/office/drawing/2014/main" id="{6FC2D968-D888-597C-8BE0-AEACFF6E0818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3" name="Rectangle 1452">
                  <a:extLst>
                    <a:ext uri="{FF2B5EF4-FFF2-40B4-BE49-F238E27FC236}">
                      <a16:creationId xmlns:a16="http://schemas.microsoft.com/office/drawing/2014/main" id="{34D6077A-87FB-2068-E641-B1F5B41E8C5A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4" name="Rectangle 1453">
                  <a:extLst>
                    <a:ext uri="{FF2B5EF4-FFF2-40B4-BE49-F238E27FC236}">
                      <a16:creationId xmlns:a16="http://schemas.microsoft.com/office/drawing/2014/main" id="{72DF779B-05EE-2D15-526C-AD688CE73DB2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5" name="Rectangle 1454">
                  <a:extLst>
                    <a:ext uri="{FF2B5EF4-FFF2-40B4-BE49-F238E27FC236}">
                      <a16:creationId xmlns:a16="http://schemas.microsoft.com/office/drawing/2014/main" id="{A614A754-ADAF-E33F-EB5A-A24A5F264629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6" name="Rectangle 1455">
                  <a:extLst>
                    <a:ext uri="{FF2B5EF4-FFF2-40B4-BE49-F238E27FC236}">
                      <a16:creationId xmlns:a16="http://schemas.microsoft.com/office/drawing/2014/main" id="{C3771213-1AC7-C76C-2868-6DEA426C1CF9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7" name="Rectangle 1456">
                  <a:extLst>
                    <a:ext uri="{FF2B5EF4-FFF2-40B4-BE49-F238E27FC236}">
                      <a16:creationId xmlns:a16="http://schemas.microsoft.com/office/drawing/2014/main" id="{61C27C9A-AA31-D827-AB94-D8C9E4D1E5EA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8" name="Rectangle 1457">
                  <a:extLst>
                    <a:ext uri="{FF2B5EF4-FFF2-40B4-BE49-F238E27FC236}">
                      <a16:creationId xmlns:a16="http://schemas.microsoft.com/office/drawing/2014/main" id="{2FD2F038-85D0-534E-D9B8-A2AF903D6705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59" name="Rectangle 1458">
                  <a:extLst>
                    <a:ext uri="{FF2B5EF4-FFF2-40B4-BE49-F238E27FC236}">
                      <a16:creationId xmlns:a16="http://schemas.microsoft.com/office/drawing/2014/main" id="{2D12DF36-BFA9-11EC-FE68-3D86D8898679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0" name="Rectangle 1459">
                  <a:extLst>
                    <a:ext uri="{FF2B5EF4-FFF2-40B4-BE49-F238E27FC236}">
                      <a16:creationId xmlns:a16="http://schemas.microsoft.com/office/drawing/2014/main" id="{D0EC3738-5AA4-8180-D1F1-F8CB12929C2C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1" name="Rectangle 1460">
                  <a:extLst>
                    <a:ext uri="{FF2B5EF4-FFF2-40B4-BE49-F238E27FC236}">
                      <a16:creationId xmlns:a16="http://schemas.microsoft.com/office/drawing/2014/main" id="{CCBEDFA9-FA29-3FF4-3254-F16EE59DDB94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2" name="Rectangle 1461">
                  <a:extLst>
                    <a:ext uri="{FF2B5EF4-FFF2-40B4-BE49-F238E27FC236}">
                      <a16:creationId xmlns:a16="http://schemas.microsoft.com/office/drawing/2014/main" id="{C66B2230-E5A5-43AD-11CC-4EEAD45770F0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3" name="Rectangle 1462">
                  <a:extLst>
                    <a:ext uri="{FF2B5EF4-FFF2-40B4-BE49-F238E27FC236}">
                      <a16:creationId xmlns:a16="http://schemas.microsoft.com/office/drawing/2014/main" id="{AF4BB92A-D762-4A2C-049B-8BFA44F0FBB3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4" name="Rectangle 1463">
                  <a:extLst>
                    <a:ext uri="{FF2B5EF4-FFF2-40B4-BE49-F238E27FC236}">
                      <a16:creationId xmlns:a16="http://schemas.microsoft.com/office/drawing/2014/main" id="{A215C265-DDFE-FE0F-5089-18386F9F8608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5" name="Rectangle 1464">
                  <a:extLst>
                    <a:ext uri="{FF2B5EF4-FFF2-40B4-BE49-F238E27FC236}">
                      <a16:creationId xmlns:a16="http://schemas.microsoft.com/office/drawing/2014/main" id="{D7E7EED4-4955-8A5F-7667-0859CFC162EE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6" name="Rectangle 1465">
                  <a:extLst>
                    <a:ext uri="{FF2B5EF4-FFF2-40B4-BE49-F238E27FC236}">
                      <a16:creationId xmlns:a16="http://schemas.microsoft.com/office/drawing/2014/main" id="{A12647B2-371E-593A-3166-0F2C148AFDA1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7" name="Rectangle 1466">
                  <a:extLst>
                    <a:ext uri="{FF2B5EF4-FFF2-40B4-BE49-F238E27FC236}">
                      <a16:creationId xmlns:a16="http://schemas.microsoft.com/office/drawing/2014/main" id="{68073719-0FA8-1B9A-FB9F-1ECDB8623B3B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8" name="Rectangle 1467">
                  <a:extLst>
                    <a:ext uri="{FF2B5EF4-FFF2-40B4-BE49-F238E27FC236}">
                      <a16:creationId xmlns:a16="http://schemas.microsoft.com/office/drawing/2014/main" id="{88996DDA-16E6-66BC-260F-723D67943D40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69" name="Rectangle 1468">
                  <a:extLst>
                    <a:ext uri="{FF2B5EF4-FFF2-40B4-BE49-F238E27FC236}">
                      <a16:creationId xmlns:a16="http://schemas.microsoft.com/office/drawing/2014/main" id="{CDF26155-72FB-97AA-C835-4E7F22913AC4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0" name="Rectangle 1469">
                  <a:extLst>
                    <a:ext uri="{FF2B5EF4-FFF2-40B4-BE49-F238E27FC236}">
                      <a16:creationId xmlns:a16="http://schemas.microsoft.com/office/drawing/2014/main" id="{68CBFEB7-9173-6F8A-5671-8CA489EF3958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1" name="Rectangle 1470">
                  <a:extLst>
                    <a:ext uri="{FF2B5EF4-FFF2-40B4-BE49-F238E27FC236}">
                      <a16:creationId xmlns:a16="http://schemas.microsoft.com/office/drawing/2014/main" id="{CD14FCE9-708B-6981-5257-0F2AF734AD1F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2" name="Rectangle 1471">
                  <a:extLst>
                    <a:ext uri="{FF2B5EF4-FFF2-40B4-BE49-F238E27FC236}">
                      <a16:creationId xmlns:a16="http://schemas.microsoft.com/office/drawing/2014/main" id="{59F3241A-CF44-6855-6BFB-10840D438097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3" name="Rectangle 1472">
                  <a:extLst>
                    <a:ext uri="{FF2B5EF4-FFF2-40B4-BE49-F238E27FC236}">
                      <a16:creationId xmlns:a16="http://schemas.microsoft.com/office/drawing/2014/main" id="{6BFE8967-B2EF-F90D-5D65-8123BD09DC5C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4" name="Rectangle 1473">
                  <a:extLst>
                    <a:ext uri="{FF2B5EF4-FFF2-40B4-BE49-F238E27FC236}">
                      <a16:creationId xmlns:a16="http://schemas.microsoft.com/office/drawing/2014/main" id="{335E476E-4581-2811-7EC1-69BB60D4B3AF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5" name="Rectangle 1474">
                  <a:extLst>
                    <a:ext uri="{FF2B5EF4-FFF2-40B4-BE49-F238E27FC236}">
                      <a16:creationId xmlns:a16="http://schemas.microsoft.com/office/drawing/2014/main" id="{A3788F27-615B-40CC-FFB2-FDF742639AFE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6" name="Rectangle 1475">
                  <a:extLst>
                    <a:ext uri="{FF2B5EF4-FFF2-40B4-BE49-F238E27FC236}">
                      <a16:creationId xmlns:a16="http://schemas.microsoft.com/office/drawing/2014/main" id="{B979A0A9-368B-A7BB-0D38-151A2D962993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7" name="Rectangle 1476">
                  <a:extLst>
                    <a:ext uri="{FF2B5EF4-FFF2-40B4-BE49-F238E27FC236}">
                      <a16:creationId xmlns:a16="http://schemas.microsoft.com/office/drawing/2014/main" id="{E790F51F-D45E-C304-A2A2-9581089963E5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78" name="Rectangle 1477">
                  <a:extLst>
                    <a:ext uri="{FF2B5EF4-FFF2-40B4-BE49-F238E27FC236}">
                      <a16:creationId xmlns:a16="http://schemas.microsoft.com/office/drawing/2014/main" id="{9A832A69-4079-8890-3EA0-80B29E3B3574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81" name="Group 1380">
                <a:extLst>
                  <a:ext uri="{FF2B5EF4-FFF2-40B4-BE49-F238E27FC236}">
                    <a16:creationId xmlns:a16="http://schemas.microsoft.com/office/drawing/2014/main" id="{2445E99D-6EF7-BA29-A0D5-F7A361F66AAC}"/>
                  </a:ext>
                </a:extLst>
              </p:cNvPr>
              <p:cNvGrpSpPr/>
              <p:nvPr/>
            </p:nvGrpSpPr>
            <p:grpSpPr>
              <a:xfrm>
                <a:off x="467360" y="0"/>
                <a:ext cx="233680" cy="7477760"/>
                <a:chOff x="0" y="0"/>
                <a:chExt cx="233680" cy="7477760"/>
              </a:xfrm>
            </p:grpSpPr>
            <p:sp>
              <p:nvSpPr>
                <p:cNvPr id="1415" name="Rectangle 1414">
                  <a:extLst>
                    <a:ext uri="{FF2B5EF4-FFF2-40B4-BE49-F238E27FC236}">
                      <a16:creationId xmlns:a16="http://schemas.microsoft.com/office/drawing/2014/main" id="{446F9306-D56C-E469-A913-ED0708D6432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6" name="Rectangle 1415">
                  <a:extLst>
                    <a:ext uri="{FF2B5EF4-FFF2-40B4-BE49-F238E27FC236}">
                      <a16:creationId xmlns:a16="http://schemas.microsoft.com/office/drawing/2014/main" id="{1D4693AE-69DB-99FC-A725-B12BC12C95E7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7" name="Rectangle 1416">
                  <a:extLst>
                    <a:ext uri="{FF2B5EF4-FFF2-40B4-BE49-F238E27FC236}">
                      <a16:creationId xmlns:a16="http://schemas.microsoft.com/office/drawing/2014/main" id="{BB9FBCE7-24DD-4EA1-87EE-9807017742AD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8" name="Rectangle 1417">
                  <a:extLst>
                    <a:ext uri="{FF2B5EF4-FFF2-40B4-BE49-F238E27FC236}">
                      <a16:creationId xmlns:a16="http://schemas.microsoft.com/office/drawing/2014/main" id="{BB349C50-9CF0-5CC1-7F67-B810C82C7EB1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9" name="Rectangle 1418">
                  <a:extLst>
                    <a:ext uri="{FF2B5EF4-FFF2-40B4-BE49-F238E27FC236}">
                      <a16:creationId xmlns:a16="http://schemas.microsoft.com/office/drawing/2014/main" id="{CDDFF4F1-CF79-8BBB-B404-C5855A942251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0" name="Rectangle 1419">
                  <a:extLst>
                    <a:ext uri="{FF2B5EF4-FFF2-40B4-BE49-F238E27FC236}">
                      <a16:creationId xmlns:a16="http://schemas.microsoft.com/office/drawing/2014/main" id="{EE444F97-ABB1-5D19-026A-FE5FE5E605E8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1" name="Rectangle 1420">
                  <a:extLst>
                    <a:ext uri="{FF2B5EF4-FFF2-40B4-BE49-F238E27FC236}">
                      <a16:creationId xmlns:a16="http://schemas.microsoft.com/office/drawing/2014/main" id="{A7418CF5-6BA6-6342-FFBB-3DFA5D4FB2C0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2" name="Rectangle 1421">
                  <a:extLst>
                    <a:ext uri="{FF2B5EF4-FFF2-40B4-BE49-F238E27FC236}">
                      <a16:creationId xmlns:a16="http://schemas.microsoft.com/office/drawing/2014/main" id="{E00B051C-E96B-4C66-E418-ABC13FFA6B37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3" name="Rectangle 1422">
                  <a:extLst>
                    <a:ext uri="{FF2B5EF4-FFF2-40B4-BE49-F238E27FC236}">
                      <a16:creationId xmlns:a16="http://schemas.microsoft.com/office/drawing/2014/main" id="{1D4778A2-3815-E7D4-3565-C75ED69419F8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4" name="Rectangle 1423">
                  <a:extLst>
                    <a:ext uri="{FF2B5EF4-FFF2-40B4-BE49-F238E27FC236}">
                      <a16:creationId xmlns:a16="http://schemas.microsoft.com/office/drawing/2014/main" id="{F90BDA3E-459B-EAB6-C6DD-AF14D6BBD3F8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5" name="Rectangle 1424">
                  <a:extLst>
                    <a:ext uri="{FF2B5EF4-FFF2-40B4-BE49-F238E27FC236}">
                      <a16:creationId xmlns:a16="http://schemas.microsoft.com/office/drawing/2014/main" id="{820EB97D-7F40-0BC5-F1B0-1840EFADCE49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6" name="Rectangle 1425">
                  <a:extLst>
                    <a:ext uri="{FF2B5EF4-FFF2-40B4-BE49-F238E27FC236}">
                      <a16:creationId xmlns:a16="http://schemas.microsoft.com/office/drawing/2014/main" id="{CE30BF62-CFEA-E115-C49D-9BB10407138C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7" name="Rectangle 1426">
                  <a:extLst>
                    <a:ext uri="{FF2B5EF4-FFF2-40B4-BE49-F238E27FC236}">
                      <a16:creationId xmlns:a16="http://schemas.microsoft.com/office/drawing/2014/main" id="{6DC1FBFB-7894-8DF7-DC76-A31BB4D7A851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8" name="Rectangle 1427">
                  <a:extLst>
                    <a:ext uri="{FF2B5EF4-FFF2-40B4-BE49-F238E27FC236}">
                      <a16:creationId xmlns:a16="http://schemas.microsoft.com/office/drawing/2014/main" id="{6FBF68D6-8FFF-748C-D0D2-68799761608A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9" name="Rectangle 1428">
                  <a:extLst>
                    <a:ext uri="{FF2B5EF4-FFF2-40B4-BE49-F238E27FC236}">
                      <a16:creationId xmlns:a16="http://schemas.microsoft.com/office/drawing/2014/main" id="{98892E97-15E6-1C57-9777-B69313F1DBC1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0" name="Rectangle 1429">
                  <a:extLst>
                    <a:ext uri="{FF2B5EF4-FFF2-40B4-BE49-F238E27FC236}">
                      <a16:creationId xmlns:a16="http://schemas.microsoft.com/office/drawing/2014/main" id="{2B5371D8-99D3-8937-F866-C22C18E7304F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1" name="Rectangle 1430">
                  <a:extLst>
                    <a:ext uri="{FF2B5EF4-FFF2-40B4-BE49-F238E27FC236}">
                      <a16:creationId xmlns:a16="http://schemas.microsoft.com/office/drawing/2014/main" id="{EFB98212-7464-150A-3941-8636B76E4D57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2" name="Rectangle 1431">
                  <a:extLst>
                    <a:ext uri="{FF2B5EF4-FFF2-40B4-BE49-F238E27FC236}">
                      <a16:creationId xmlns:a16="http://schemas.microsoft.com/office/drawing/2014/main" id="{70BDCF61-EC4F-A4BD-1DBB-F8B80E325CD1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3" name="Rectangle 1432">
                  <a:extLst>
                    <a:ext uri="{FF2B5EF4-FFF2-40B4-BE49-F238E27FC236}">
                      <a16:creationId xmlns:a16="http://schemas.microsoft.com/office/drawing/2014/main" id="{C5B9DCEC-4C9D-2473-C374-1CC88675170E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4" name="Rectangle 1433">
                  <a:extLst>
                    <a:ext uri="{FF2B5EF4-FFF2-40B4-BE49-F238E27FC236}">
                      <a16:creationId xmlns:a16="http://schemas.microsoft.com/office/drawing/2014/main" id="{EA770063-537A-6685-6B2B-7B4E02255349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5" name="Rectangle 1434">
                  <a:extLst>
                    <a:ext uri="{FF2B5EF4-FFF2-40B4-BE49-F238E27FC236}">
                      <a16:creationId xmlns:a16="http://schemas.microsoft.com/office/drawing/2014/main" id="{3FE749F7-4275-87E0-ABFB-E4686496DA50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6" name="Rectangle 1435">
                  <a:extLst>
                    <a:ext uri="{FF2B5EF4-FFF2-40B4-BE49-F238E27FC236}">
                      <a16:creationId xmlns:a16="http://schemas.microsoft.com/office/drawing/2014/main" id="{1769A3DD-5EE6-9634-7047-D3555EC0808E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7" name="Rectangle 1436">
                  <a:extLst>
                    <a:ext uri="{FF2B5EF4-FFF2-40B4-BE49-F238E27FC236}">
                      <a16:creationId xmlns:a16="http://schemas.microsoft.com/office/drawing/2014/main" id="{B33C22BD-C54A-DF63-4F84-41D26ADC14E5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8" name="Rectangle 1437">
                  <a:extLst>
                    <a:ext uri="{FF2B5EF4-FFF2-40B4-BE49-F238E27FC236}">
                      <a16:creationId xmlns:a16="http://schemas.microsoft.com/office/drawing/2014/main" id="{DCFCC9A7-563D-59F1-4CB1-C82169AA77CF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9" name="Rectangle 1438">
                  <a:extLst>
                    <a:ext uri="{FF2B5EF4-FFF2-40B4-BE49-F238E27FC236}">
                      <a16:creationId xmlns:a16="http://schemas.microsoft.com/office/drawing/2014/main" id="{9C345D54-8428-CDED-C7DA-F332DA0E25F7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0" name="Rectangle 1439">
                  <a:extLst>
                    <a:ext uri="{FF2B5EF4-FFF2-40B4-BE49-F238E27FC236}">
                      <a16:creationId xmlns:a16="http://schemas.microsoft.com/office/drawing/2014/main" id="{9E93C93F-6B82-6915-9BE3-2D679DAA5209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1" name="Rectangle 1440">
                  <a:extLst>
                    <a:ext uri="{FF2B5EF4-FFF2-40B4-BE49-F238E27FC236}">
                      <a16:creationId xmlns:a16="http://schemas.microsoft.com/office/drawing/2014/main" id="{4AE1CCD1-AD51-7A7D-F6E0-1EC230D47268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2" name="Rectangle 1441">
                  <a:extLst>
                    <a:ext uri="{FF2B5EF4-FFF2-40B4-BE49-F238E27FC236}">
                      <a16:creationId xmlns:a16="http://schemas.microsoft.com/office/drawing/2014/main" id="{46128893-51C5-5247-6FE1-F0CA2C0B62D6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3" name="Rectangle 1442">
                  <a:extLst>
                    <a:ext uri="{FF2B5EF4-FFF2-40B4-BE49-F238E27FC236}">
                      <a16:creationId xmlns:a16="http://schemas.microsoft.com/office/drawing/2014/main" id="{4CE878C2-E32A-4AE5-885E-BD1504DA17A8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4" name="Rectangle 1443">
                  <a:extLst>
                    <a:ext uri="{FF2B5EF4-FFF2-40B4-BE49-F238E27FC236}">
                      <a16:creationId xmlns:a16="http://schemas.microsoft.com/office/drawing/2014/main" id="{A0BE8214-374C-A3F5-AB26-CC73568FBDD5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5" name="Rectangle 1444">
                  <a:extLst>
                    <a:ext uri="{FF2B5EF4-FFF2-40B4-BE49-F238E27FC236}">
                      <a16:creationId xmlns:a16="http://schemas.microsoft.com/office/drawing/2014/main" id="{76530B11-6071-3C8A-F8C2-1A137442488D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46" name="Rectangle 1445">
                  <a:extLst>
                    <a:ext uri="{FF2B5EF4-FFF2-40B4-BE49-F238E27FC236}">
                      <a16:creationId xmlns:a16="http://schemas.microsoft.com/office/drawing/2014/main" id="{A7340883-1864-2347-3305-79C53BE37071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382" name="Group 1381">
                <a:extLst>
                  <a:ext uri="{FF2B5EF4-FFF2-40B4-BE49-F238E27FC236}">
                    <a16:creationId xmlns:a16="http://schemas.microsoft.com/office/drawing/2014/main" id="{A246966D-34DD-E7C0-C476-70B5F2C5B8E1}"/>
                  </a:ext>
                </a:extLst>
              </p:cNvPr>
              <p:cNvGrpSpPr/>
              <p:nvPr/>
            </p:nvGrpSpPr>
            <p:grpSpPr>
              <a:xfrm>
                <a:off x="701040" y="0"/>
                <a:ext cx="233680" cy="7477760"/>
                <a:chOff x="0" y="0"/>
                <a:chExt cx="233680" cy="7477760"/>
              </a:xfrm>
            </p:grpSpPr>
            <p:sp>
              <p:nvSpPr>
                <p:cNvPr id="1383" name="Rectangle 1382">
                  <a:extLst>
                    <a:ext uri="{FF2B5EF4-FFF2-40B4-BE49-F238E27FC236}">
                      <a16:creationId xmlns:a16="http://schemas.microsoft.com/office/drawing/2014/main" id="{6105AA7E-9728-E4FA-026B-F79D0B3D41D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4" name="Rectangle 1383">
                  <a:extLst>
                    <a:ext uri="{FF2B5EF4-FFF2-40B4-BE49-F238E27FC236}">
                      <a16:creationId xmlns:a16="http://schemas.microsoft.com/office/drawing/2014/main" id="{A72BADC3-144F-6209-4153-891AEF37819B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5" name="Rectangle 1384">
                  <a:extLst>
                    <a:ext uri="{FF2B5EF4-FFF2-40B4-BE49-F238E27FC236}">
                      <a16:creationId xmlns:a16="http://schemas.microsoft.com/office/drawing/2014/main" id="{650BDC31-DC77-003F-75A9-8378CA8F80E9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6" name="Rectangle 1385">
                  <a:extLst>
                    <a:ext uri="{FF2B5EF4-FFF2-40B4-BE49-F238E27FC236}">
                      <a16:creationId xmlns:a16="http://schemas.microsoft.com/office/drawing/2014/main" id="{6ADAA1BE-FD08-85B5-3154-68741091814A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7" name="Rectangle 1386">
                  <a:extLst>
                    <a:ext uri="{FF2B5EF4-FFF2-40B4-BE49-F238E27FC236}">
                      <a16:creationId xmlns:a16="http://schemas.microsoft.com/office/drawing/2014/main" id="{1BD7058D-553B-BED8-96EE-3230F1583B0F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8" name="Rectangle 1387">
                  <a:extLst>
                    <a:ext uri="{FF2B5EF4-FFF2-40B4-BE49-F238E27FC236}">
                      <a16:creationId xmlns:a16="http://schemas.microsoft.com/office/drawing/2014/main" id="{24D2C667-0FF8-BFE9-9E09-D9C9F2955B69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89" name="Rectangle 1388">
                  <a:extLst>
                    <a:ext uri="{FF2B5EF4-FFF2-40B4-BE49-F238E27FC236}">
                      <a16:creationId xmlns:a16="http://schemas.microsoft.com/office/drawing/2014/main" id="{D6694980-395F-76A8-9660-716BF77E8CA4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0" name="Rectangle 1389">
                  <a:extLst>
                    <a:ext uri="{FF2B5EF4-FFF2-40B4-BE49-F238E27FC236}">
                      <a16:creationId xmlns:a16="http://schemas.microsoft.com/office/drawing/2014/main" id="{A3BFC497-9B1B-19D4-5C1A-ABDA7AEDA149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1" name="Rectangle 1390">
                  <a:extLst>
                    <a:ext uri="{FF2B5EF4-FFF2-40B4-BE49-F238E27FC236}">
                      <a16:creationId xmlns:a16="http://schemas.microsoft.com/office/drawing/2014/main" id="{92D965DB-7C40-5CB7-2EAE-E64575C5593B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2" name="Rectangle 1391">
                  <a:extLst>
                    <a:ext uri="{FF2B5EF4-FFF2-40B4-BE49-F238E27FC236}">
                      <a16:creationId xmlns:a16="http://schemas.microsoft.com/office/drawing/2014/main" id="{611AA6C0-A3C4-996A-A4B5-5303934857D7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3" name="Rectangle 1392">
                  <a:extLst>
                    <a:ext uri="{FF2B5EF4-FFF2-40B4-BE49-F238E27FC236}">
                      <a16:creationId xmlns:a16="http://schemas.microsoft.com/office/drawing/2014/main" id="{E84B833B-620B-AB87-F7AF-986FCB26481F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4" name="Rectangle 1393">
                  <a:extLst>
                    <a:ext uri="{FF2B5EF4-FFF2-40B4-BE49-F238E27FC236}">
                      <a16:creationId xmlns:a16="http://schemas.microsoft.com/office/drawing/2014/main" id="{480A16BA-C52B-2A1C-4070-60BEB3A0941C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5" name="Rectangle 1394">
                  <a:extLst>
                    <a:ext uri="{FF2B5EF4-FFF2-40B4-BE49-F238E27FC236}">
                      <a16:creationId xmlns:a16="http://schemas.microsoft.com/office/drawing/2014/main" id="{12D4A7DC-B6C5-B1DD-932F-7184CAE1685B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6" name="Rectangle 1395">
                  <a:extLst>
                    <a:ext uri="{FF2B5EF4-FFF2-40B4-BE49-F238E27FC236}">
                      <a16:creationId xmlns:a16="http://schemas.microsoft.com/office/drawing/2014/main" id="{4B5C7239-30B1-3B59-6414-142378591D64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7" name="Rectangle 1396">
                  <a:extLst>
                    <a:ext uri="{FF2B5EF4-FFF2-40B4-BE49-F238E27FC236}">
                      <a16:creationId xmlns:a16="http://schemas.microsoft.com/office/drawing/2014/main" id="{824BE100-C09F-765D-FB9F-F0277E03E512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8" name="Rectangle 1397">
                  <a:extLst>
                    <a:ext uri="{FF2B5EF4-FFF2-40B4-BE49-F238E27FC236}">
                      <a16:creationId xmlns:a16="http://schemas.microsoft.com/office/drawing/2014/main" id="{29C39C75-1980-6176-2A68-8BA02AB6F436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99" name="Rectangle 1398">
                  <a:extLst>
                    <a:ext uri="{FF2B5EF4-FFF2-40B4-BE49-F238E27FC236}">
                      <a16:creationId xmlns:a16="http://schemas.microsoft.com/office/drawing/2014/main" id="{388F0A3F-1B05-A3F9-5E88-6E074AA294F7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0" name="Rectangle 1399">
                  <a:extLst>
                    <a:ext uri="{FF2B5EF4-FFF2-40B4-BE49-F238E27FC236}">
                      <a16:creationId xmlns:a16="http://schemas.microsoft.com/office/drawing/2014/main" id="{4ADA88B0-52DF-0D66-4708-65447A45DB4E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1" name="Rectangle 1400">
                  <a:extLst>
                    <a:ext uri="{FF2B5EF4-FFF2-40B4-BE49-F238E27FC236}">
                      <a16:creationId xmlns:a16="http://schemas.microsoft.com/office/drawing/2014/main" id="{99A196FF-1FE0-4D96-5858-5328F9BC7785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2" name="Rectangle 1401">
                  <a:extLst>
                    <a:ext uri="{FF2B5EF4-FFF2-40B4-BE49-F238E27FC236}">
                      <a16:creationId xmlns:a16="http://schemas.microsoft.com/office/drawing/2014/main" id="{FBD085C8-0157-C882-3863-4A091DD2ED5A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3" name="Rectangle 1402">
                  <a:extLst>
                    <a:ext uri="{FF2B5EF4-FFF2-40B4-BE49-F238E27FC236}">
                      <a16:creationId xmlns:a16="http://schemas.microsoft.com/office/drawing/2014/main" id="{60EFC4A7-EB11-0554-5D0E-27798C9AB074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4" name="Rectangle 1403">
                  <a:extLst>
                    <a:ext uri="{FF2B5EF4-FFF2-40B4-BE49-F238E27FC236}">
                      <a16:creationId xmlns:a16="http://schemas.microsoft.com/office/drawing/2014/main" id="{6FB19991-2ECA-26D1-D34B-395BE03BF355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5" name="Rectangle 1404">
                  <a:extLst>
                    <a:ext uri="{FF2B5EF4-FFF2-40B4-BE49-F238E27FC236}">
                      <a16:creationId xmlns:a16="http://schemas.microsoft.com/office/drawing/2014/main" id="{07FE3CE8-5055-A9EF-974D-7C466577D347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6" name="Rectangle 1405">
                  <a:extLst>
                    <a:ext uri="{FF2B5EF4-FFF2-40B4-BE49-F238E27FC236}">
                      <a16:creationId xmlns:a16="http://schemas.microsoft.com/office/drawing/2014/main" id="{31865C13-050A-5A8C-9A12-1D9ABB19CCC6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7" name="Rectangle 1406">
                  <a:extLst>
                    <a:ext uri="{FF2B5EF4-FFF2-40B4-BE49-F238E27FC236}">
                      <a16:creationId xmlns:a16="http://schemas.microsoft.com/office/drawing/2014/main" id="{8F99D9A4-AF3D-435E-E065-7898160AB1B3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8" name="Rectangle 1407">
                  <a:extLst>
                    <a:ext uri="{FF2B5EF4-FFF2-40B4-BE49-F238E27FC236}">
                      <a16:creationId xmlns:a16="http://schemas.microsoft.com/office/drawing/2014/main" id="{B0BAD83F-D021-CEDB-CD5A-B2B295174AC4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09" name="Rectangle 1408">
                  <a:extLst>
                    <a:ext uri="{FF2B5EF4-FFF2-40B4-BE49-F238E27FC236}">
                      <a16:creationId xmlns:a16="http://schemas.microsoft.com/office/drawing/2014/main" id="{412355E9-B5C3-7373-CDCB-7061E44B1046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0" name="Rectangle 1409">
                  <a:extLst>
                    <a:ext uri="{FF2B5EF4-FFF2-40B4-BE49-F238E27FC236}">
                      <a16:creationId xmlns:a16="http://schemas.microsoft.com/office/drawing/2014/main" id="{9263D26F-DECC-8D09-FEE9-41E05043F66A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1" name="Rectangle 1410">
                  <a:extLst>
                    <a:ext uri="{FF2B5EF4-FFF2-40B4-BE49-F238E27FC236}">
                      <a16:creationId xmlns:a16="http://schemas.microsoft.com/office/drawing/2014/main" id="{83D0720A-755A-1F08-916B-C2BAD5D6AF58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2" name="Rectangle 1411">
                  <a:extLst>
                    <a:ext uri="{FF2B5EF4-FFF2-40B4-BE49-F238E27FC236}">
                      <a16:creationId xmlns:a16="http://schemas.microsoft.com/office/drawing/2014/main" id="{91EA6E15-236A-50D9-6935-9DBE98237079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3" name="Rectangle 1412">
                  <a:extLst>
                    <a:ext uri="{FF2B5EF4-FFF2-40B4-BE49-F238E27FC236}">
                      <a16:creationId xmlns:a16="http://schemas.microsoft.com/office/drawing/2014/main" id="{C1A1424E-9C40-D7F1-C3C6-8926C0E97B80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14" name="Rectangle 1413">
                  <a:extLst>
                    <a:ext uri="{FF2B5EF4-FFF2-40B4-BE49-F238E27FC236}">
                      <a16:creationId xmlns:a16="http://schemas.microsoft.com/office/drawing/2014/main" id="{AB84DFB3-1E19-EB85-8D48-B9F93957B22E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511" name="Group 1510">
              <a:extLst>
                <a:ext uri="{FF2B5EF4-FFF2-40B4-BE49-F238E27FC236}">
                  <a16:creationId xmlns:a16="http://schemas.microsoft.com/office/drawing/2014/main" id="{AA88EDDA-1212-BDD7-7281-B5FB6C8AF587}"/>
                </a:ext>
              </a:extLst>
            </p:cNvPr>
            <p:cNvGrpSpPr/>
            <p:nvPr/>
          </p:nvGrpSpPr>
          <p:grpSpPr>
            <a:xfrm>
              <a:off x="7477760" y="0"/>
              <a:ext cx="934720" cy="7477760"/>
              <a:chOff x="0" y="0"/>
              <a:chExt cx="934720" cy="7477760"/>
            </a:xfrm>
          </p:grpSpPr>
          <p:grpSp>
            <p:nvGrpSpPr>
              <p:cNvPr id="1512" name="Group 1511">
                <a:extLst>
                  <a:ext uri="{FF2B5EF4-FFF2-40B4-BE49-F238E27FC236}">
                    <a16:creationId xmlns:a16="http://schemas.microsoft.com/office/drawing/2014/main" id="{6A561A92-1F78-7F15-79AD-D82F3EAFE616}"/>
                  </a:ext>
                </a:extLst>
              </p:cNvPr>
              <p:cNvGrpSpPr/>
              <p:nvPr/>
            </p:nvGrpSpPr>
            <p:grpSpPr>
              <a:xfrm>
                <a:off x="0" y="0"/>
                <a:ext cx="233680" cy="7477760"/>
                <a:chOff x="0" y="0"/>
                <a:chExt cx="233680" cy="7477760"/>
              </a:xfrm>
            </p:grpSpPr>
            <p:sp>
              <p:nvSpPr>
                <p:cNvPr id="1612" name="Rectangle 1611">
                  <a:extLst>
                    <a:ext uri="{FF2B5EF4-FFF2-40B4-BE49-F238E27FC236}">
                      <a16:creationId xmlns:a16="http://schemas.microsoft.com/office/drawing/2014/main" id="{8AFE8D43-2FB3-9F44-6F92-397FB2057E4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3" name="Rectangle 1612">
                  <a:extLst>
                    <a:ext uri="{FF2B5EF4-FFF2-40B4-BE49-F238E27FC236}">
                      <a16:creationId xmlns:a16="http://schemas.microsoft.com/office/drawing/2014/main" id="{52AA7213-3E65-063D-0CC9-FE68B256D784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4" name="Rectangle 1613">
                  <a:extLst>
                    <a:ext uri="{FF2B5EF4-FFF2-40B4-BE49-F238E27FC236}">
                      <a16:creationId xmlns:a16="http://schemas.microsoft.com/office/drawing/2014/main" id="{94F93806-2DBA-4377-DA28-FDB13FE36BAE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5" name="Rectangle 1614">
                  <a:extLst>
                    <a:ext uri="{FF2B5EF4-FFF2-40B4-BE49-F238E27FC236}">
                      <a16:creationId xmlns:a16="http://schemas.microsoft.com/office/drawing/2014/main" id="{162A4533-505F-FD9C-D5FD-29F8DEEBACB0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6" name="Rectangle 1615">
                  <a:extLst>
                    <a:ext uri="{FF2B5EF4-FFF2-40B4-BE49-F238E27FC236}">
                      <a16:creationId xmlns:a16="http://schemas.microsoft.com/office/drawing/2014/main" id="{0AFF3580-4051-F928-B342-C4AA954E2013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7" name="Rectangle 1616">
                  <a:extLst>
                    <a:ext uri="{FF2B5EF4-FFF2-40B4-BE49-F238E27FC236}">
                      <a16:creationId xmlns:a16="http://schemas.microsoft.com/office/drawing/2014/main" id="{89F68174-60EE-C811-C7C2-86B872B572F2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8" name="Rectangle 1617">
                  <a:extLst>
                    <a:ext uri="{FF2B5EF4-FFF2-40B4-BE49-F238E27FC236}">
                      <a16:creationId xmlns:a16="http://schemas.microsoft.com/office/drawing/2014/main" id="{75786359-010A-6542-28E9-850B1D659EBA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9" name="Rectangle 1618">
                  <a:extLst>
                    <a:ext uri="{FF2B5EF4-FFF2-40B4-BE49-F238E27FC236}">
                      <a16:creationId xmlns:a16="http://schemas.microsoft.com/office/drawing/2014/main" id="{EB07E8E3-B85D-98BE-82B2-BFE4A85F185F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0" name="Rectangle 1619">
                  <a:extLst>
                    <a:ext uri="{FF2B5EF4-FFF2-40B4-BE49-F238E27FC236}">
                      <a16:creationId xmlns:a16="http://schemas.microsoft.com/office/drawing/2014/main" id="{6E748C92-7764-8D88-7348-011EC2B2FF08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1" name="Rectangle 1620">
                  <a:extLst>
                    <a:ext uri="{FF2B5EF4-FFF2-40B4-BE49-F238E27FC236}">
                      <a16:creationId xmlns:a16="http://schemas.microsoft.com/office/drawing/2014/main" id="{A0F62564-AA87-A07E-FDD2-700A812F2207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2" name="Rectangle 1621">
                  <a:extLst>
                    <a:ext uri="{FF2B5EF4-FFF2-40B4-BE49-F238E27FC236}">
                      <a16:creationId xmlns:a16="http://schemas.microsoft.com/office/drawing/2014/main" id="{32CBDB4C-4986-3077-9108-DBD0E7B69007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3" name="Rectangle 1622">
                  <a:extLst>
                    <a:ext uri="{FF2B5EF4-FFF2-40B4-BE49-F238E27FC236}">
                      <a16:creationId xmlns:a16="http://schemas.microsoft.com/office/drawing/2014/main" id="{923FFFD4-D190-0967-F42F-DFF12BCCBE0E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4" name="Rectangle 1623">
                  <a:extLst>
                    <a:ext uri="{FF2B5EF4-FFF2-40B4-BE49-F238E27FC236}">
                      <a16:creationId xmlns:a16="http://schemas.microsoft.com/office/drawing/2014/main" id="{24458CE6-B9CC-81C4-3E97-0367D6006DA5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5" name="Rectangle 1624">
                  <a:extLst>
                    <a:ext uri="{FF2B5EF4-FFF2-40B4-BE49-F238E27FC236}">
                      <a16:creationId xmlns:a16="http://schemas.microsoft.com/office/drawing/2014/main" id="{C05F1E74-39BD-2176-C2FE-A959B8D2A726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6" name="Rectangle 1625">
                  <a:extLst>
                    <a:ext uri="{FF2B5EF4-FFF2-40B4-BE49-F238E27FC236}">
                      <a16:creationId xmlns:a16="http://schemas.microsoft.com/office/drawing/2014/main" id="{9029DDA3-7805-9D0E-1DA6-FD223832D9A9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7" name="Rectangle 1626">
                  <a:extLst>
                    <a:ext uri="{FF2B5EF4-FFF2-40B4-BE49-F238E27FC236}">
                      <a16:creationId xmlns:a16="http://schemas.microsoft.com/office/drawing/2014/main" id="{66F31D1B-75B7-A2DB-6400-0DC689799CFC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8" name="Rectangle 1627">
                  <a:extLst>
                    <a:ext uri="{FF2B5EF4-FFF2-40B4-BE49-F238E27FC236}">
                      <a16:creationId xmlns:a16="http://schemas.microsoft.com/office/drawing/2014/main" id="{3BB9E128-1932-0D2B-7A16-94B7BB9E6A3D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29" name="Rectangle 1628">
                  <a:extLst>
                    <a:ext uri="{FF2B5EF4-FFF2-40B4-BE49-F238E27FC236}">
                      <a16:creationId xmlns:a16="http://schemas.microsoft.com/office/drawing/2014/main" id="{93949F9F-AD53-1707-7A74-2963728A50EA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0" name="Rectangle 1629">
                  <a:extLst>
                    <a:ext uri="{FF2B5EF4-FFF2-40B4-BE49-F238E27FC236}">
                      <a16:creationId xmlns:a16="http://schemas.microsoft.com/office/drawing/2014/main" id="{14032785-0FD1-0469-CFAB-F709245A997D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1" name="Rectangle 1630">
                  <a:extLst>
                    <a:ext uri="{FF2B5EF4-FFF2-40B4-BE49-F238E27FC236}">
                      <a16:creationId xmlns:a16="http://schemas.microsoft.com/office/drawing/2014/main" id="{A44C9D3B-E612-D810-83E5-17C4BDE85C89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2" name="Rectangle 1631">
                  <a:extLst>
                    <a:ext uri="{FF2B5EF4-FFF2-40B4-BE49-F238E27FC236}">
                      <a16:creationId xmlns:a16="http://schemas.microsoft.com/office/drawing/2014/main" id="{2D6ADAF3-B5FE-EC04-DC15-6634B5CE0A6B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3" name="Rectangle 1632">
                  <a:extLst>
                    <a:ext uri="{FF2B5EF4-FFF2-40B4-BE49-F238E27FC236}">
                      <a16:creationId xmlns:a16="http://schemas.microsoft.com/office/drawing/2014/main" id="{B4D0DF19-1955-90B5-4B8B-81B3D942E6CA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4" name="Rectangle 1633">
                  <a:extLst>
                    <a:ext uri="{FF2B5EF4-FFF2-40B4-BE49-F238E27FC236}">
                      <a16:creationId xmlns:a16="http://schemas.microsoft.com/office/drawing/2014/main" id="{EA3D8F5F-54D0-595D-3856-3AB16E0DABDA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5" name="Rectangle 1634">
                  <a:extLst>
                    <a:ext uri="{FF2B5EF4-FFF2-40B4-BE49-F238E27FC236}">
                      <a16:creationId xmlns:a16="http://schemas.microsoft.com/office/drawing/2014/main" id="{A436887B-E838-176D-0F64-9BD7780C0F46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6" name="Rectangle 1635">
                  <a:extLst>
                    <a:ext uri="{FF2B5EF4-FFF2-40B4-BE49-F238E27FC236}">
                      <a16:creationId xmlns:a16="http://schemas.microsoft.com/office/drawing/2014/main" id="{B6CE186D-E8D5-40C6-EA9B-3CB3C5FF61A0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7" name="Rectangle 1636">
                  <a:extLst>
                    <a:ext uri="{FF2B5EF4-FFF2-40B4-BE49-F238E27FC236}">
                      <a16:creationId xmlns:a16="http://schemas.microsoft.com/office/drawing/2014/main" id="{D856E05A-4F84-2CE2-8AFA-EBB933943D06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8" name="Rectangle 1637">
                  <a:extLst>
                    <a:ext uri="{FF2B5EF4-FFF2-40B4-BE49-F238E27FC236}">
                      <a16:creationId xmlns:a16="http://schemas.microsoft.com/office/drawing/2014/main" id="{B37DBB7D-6181-29BC-36ED-2521B6453F5F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39" name="Rectangle 1638">
                  <a:extLst>
                    <a:ext uri="{FF2B5EF4-FFF2-40B4-BE49-F238E27FC236}">
                      <a16:creationId xmlns:a16="http://schemas.microsoft.com/office/drawing/2014/main" id="{8A786103-E60A-0A79-34FB-D50AFD71414B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0" name="Rectangle 1639">
                  <a:extLst>
                    <a:ext uri="{FF2B5EF4-FFF2-40B4-BE49-F238E27FC236}">
                      <a16:creationId xmlns:a16="http://schemas.microsoft.com/office/drawing/2014/main" id="{E31BD185-F1DC-D9FD-4426-EDE993BFB62E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1" name="Rectangle 1640">
                  <a:extLst>
                    <a:ext uri="{FF2B5EF4-FFF2-40B4-BE49-F238E27FC236}">
                      <a16:creationId xmlns:a16="http://schemas.microsoft.com/office/drawing/2014/main" id="{E62FFA09-C0B8-8883-CE6D-17DB37B5203C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2" name="Rectangle 1641">
                  <a:extLst>
                    <a:ext uri="{FF2B5EF4-FFF2-40B4-BE49-F238E27FC236}">
                      <a16:creationId xmlns:a16="http://schemas.microsoft.com/office/drawing/2014/main" id="{30798E33-6A7D-E487-5A27-2A71DD6B04CB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43" name="Rectangle 1642">
                  <a:extLst>
                    <a:ext uri="{FF2B5EF4-FFF2-40B4-BE49-F238E27FC236}">
                      <a16:creationId xmlns:a16="http://schemas.microsoft.com/office/drawing/2014/main" id="{810BC080-6CE9-EC4D-6DC6-63FA31672E26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13" name="Group 1512">
                <a:extLst>
                  <a:ext uri="{FF2B5EF4-FFF2-40B4-BE49-F238E27FC236}">
                    <a16:creationId xmlns:a16="http://schemas.microsoft.com/office/drawing/2014/main" id="{E87CD7FC-CB4A-A501-4B8A-369C2DE64017}"/>
                  </a:ext>
                </a:extLst>
              </p:cNvPr>
              <p:cNvGrpSpPr/>
              <p:nvPr/>
            </p:nvGrpSpPr>
            <p:grpSpPr>
              <a:xfrm>
                <a:off x="233680" y="0"/>
                <a:ext cx="233680" cy="7477760"/>
                <a:chOff x="0" y="0"/>
                <a:chExt cx="233680" cy="7477760"/>
              </a:xfrm>
            </p:grpSpPr>
            <p:sp>
              <p:nvSpPr>
                <p:cNvPr id="1580" name="Rectangle 1579">
                  <a:extLst>
                    <a:ext uri="{FF2B5EF4-FFF2-40B4-BE49-F238E27FC236}">
                      <a16:creationId xmlns:a16="http://schemas.microsoft.com/office/drawing/2014/main" id="{658DF015-F963-B99E-B193-310FC53A76B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1" name="Rectangle 1580">
                  <a:extLst>
                    <a:ext uri="{FF2B5EF4-FFF2-40B4-BE49-F238E27FC236}">
                      <a16:creationId xmlns:a16="http://schemas.microsoft.com/office/drawing/2014/main" id="{CD47E734-3596-6998-DE30-9B16A1BEC845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2" name="Rectangle 1581">
                  <a:extLst>
                    <a:ext uri="{FF2B5EF4-FFF2-40B4-BE49-F238E27FC236}">
                      <a16:creationId xmlns:a16="http://schemas.microsoft.com/office/drawing/2014/main" id="{5AB3E21F-C159-72C3-7828-87DF49BC3A07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3" name="Rectangle 1582">
                  <a:extLst>
                    <a:ext uri="{FF2B5EF4-FFF2-40B4-BE49-F238E27FC236}">
                      <a16:creationId xmlns:a16="http://schemas.microsoft.com/office/drawing/2014/main" id="{31C00454-E90C-4E76-DD8F-5979196E2C05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4" name="Rectangle 1583">
                  <a:extLst>
                    <a:ext uri="{FF2B5EF4-FFF2-40B4-BE49-F238E27FC236}">
                      <a16:creationId xmlns:a16="http://schemas.microsoft.com/office/drawing/2014/main" id="{1D5F5E34-F745-E924-590D-2F35896B06A1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5" name="Rectangle 1584">
                  <a:extLst>
                    <a:ext uri="{FF2B5EF4-FFF2-40B4-BE49-F238E27FC236}">
                      <a16:creationId xmlns:a16="http://schemas.microsoft.com/office/drawing/2014/main" id="{D23DE11E-165A-6A86-4AFB-812C96E61210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6" name="Rectangle 1585">
                  <a:extLst>
                    <a:ext uri="{FF2B5EF4-FFF2-40B4-BE49-F238E27FC236}">
                      <a16:creationId xmlns:a16="http://schemas.microsoft.com/office/drawing/2014/main" id="{DC99E737-D44D-4A5C-04EF-669B30A9639C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7" name="Rectangle 1586">
                  <a:extLst>
                    <a:ext uri="{FF2B5EF4-FFF2-40B4-BE49-F238E27FC236}">
                      <a16:creationId xmlns:a16="http://schemas.microsoft.com/office/drawing/2014/main" id="{D9D87CFC-133E-085D-5A27-701F1C7E2868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8" name="Rectangle 1587">
                  <a:extLst>
                    <a:ext uri="{FF2B5EF4-FFF2-40B4-BE49-F238E27FC236}">
                      <a16:creationId xmlns:a16="http://schemas.microsoft.com/office/drawing/2014/main" id="{955284EC-4F53-8D7A-FDEF-BBA657B2EDB1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89" name="Rectangle 1588">
                  <a:extLst>
                    <a:ext uri="{FF2B5EF4-FFF2-40B4-BE49-F238E27FC236}">
                      <a16:creationId xmlns:a16="http://schemas.microsoft.com/office/drawing/2014/main" id="{EB71C782-DD27-BC12-79D5-59BD3334B788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0" name="Rectangle 1589">
                  <a:extLst>
                    <a:ext uri="{FF2B5EF4-FFF2-40B4-BE49-F238E27FC236}">
                      <a16:creationId xmlns:a16="http://schemas.microsoft.com/office/drawing/2014/main" id="{EF50265D-9EFE-F62C-163B-1E5B466D6B99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1" name="Rectangle 1590">
                  <a:extLst>
                    <a:ext uri="{FF2B5EF4-FFF2-40B4-BE49-F238E27FC236}">
                      <a16:creationId xmlns:a16="http://schemas.microsoft.com/office/drawing/2014/main" id="{8944BAEF-4E10-9804-746C-415D6DB8DA7B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2" name="Rectangle 1591">
                  <a:extLst>
                    <a:ext uri="{FF2B5EF4-FFF2-40B4-BE49-F238E27FC236}">
                      <a16:creationId xmlns:a16="http://schemas.microsoft.com/office/drawing/2014/main" id="{767FC04F-48A7-8C5B-2F66-6B51E4AF5564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3" name="Rectangle 1592">
                  <a:extLst>
                    <a:ext uri="{FF2B5EF4-FFF2-40B4-BE49-F238E27FC236}">
                      <a16:creationId xmlns:a16="http://schemas.microsoft.com/office/drawing/2014/main" id="{B603D043-E102-A8B1-B6F0-7F75E6FB0B26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4" name="Rectangle 1593">
                  <a:extLst>
                    <a:ext uri="{FF2B5EF4-FFF2-40B4-BE49-F238E27FC236}">
                      <a16:creationId xmlns:a16="http://schemas.microsoft.com/office/drawing/2014/main" id="{0F31D97F-BCAB-5DCB-4E93-D2249D0E89F0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5" name="Rectangle 1594">
                  <a:extLst>
                    <a:ext uri="{FF2B5EF4-FFF2-40B4-BE49-F238E27FC236}">
                      <a16:creationId xmlns:a16="http://schemas.microsoft.com/office/drawing/2014/main" id="{00D718B4-3B0A-E5E7-1A78-A119AC61E17F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6" name="Rectangle 1595">
                  <a:extLst>
                    <a:ext uri="{FF2B5EF4-FFF2-40B4-BE49-F238E27FC236}">
                      <a16:creationId xmlns:a16="http://schemas.microsoft.com/office/drawing/2014/main" id="{34ED7D13-A830-A56E-C16C-E903B0D52A4D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7" name="Rectangle 1596">
                  <a:extLst>
                    <a:ext uri="{FF2B5EF4-FFF2-40B4-BE49-F238E27FC236}">
                      <a16:creationId xmlns:a16="http://schemas.microsoft.com/office/drawing/2014/main" id="{4974C7A0-66D9-1FF7-36F3-C6F76D71FE7D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8" name="Rectangle 1597">
                  <a:extLst>
                    <a:ext uri="{FF2B5EF4-FFF2-40B4-BE49-F238E27FC236}">
                      <a16:creationId xmlns:a16="http://schemas.microsoft.com/office/drawing/2014/main" id="{F5B81DD1-2E20-4132-7A70-E580E36CCAC1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99" name="Rectangle 1598">
                  <a:extLst>
                    <a:ext uri="{FF2B5EF4-FFF2-40B4-BE49-F238E27FC236}">
                      <a16:creationId xmlns:a16="http://schemas.microsoft.com/office/drawing/2014/main" id="{62A958CB-19FD-23CB-0493-813729830230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0" name="Rectangle 1599">
                  <a:extLst>
                    <a:ext uri="{FF2B5EF4-FFF2-40B4-BE49-F238E27FC236}">
                      <a16:creationId xmlns:a16="http://schemas.microsoft.com/office/drawing/2014/main" id="{EBB9BAEE-5E8E-9622-1082-A52F62EF0C7C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1" name="Rectangle 1600">
                  <a:extLst>
                    <a:ext uri="{FF2B5EF4-FFF2-40B4-BE49-F238E27FC236}">
                      <a16:creationId xmlns:a16="http://schemas.microsoft.com/office/drawing/2014/main" id="{C4154F96-01D3-1C9F-DC4D-336119975F43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2" name="Rectangle 1601">
                  <a:extLst>
                    <a:ext uri="{FF2B5EF4-FFF2-40B4-BE49-F238E27FC236}">
                      <a16:creationId xmlns:a16="http://schemas.microsoft.com/office/drawing/2014/main" id="{F7048D4E-53FA-99BB-26C8-FCBF4C8AFCA2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3" name="Rectangle 1602">
                  <a:extLst>
                    <a:ext uri="{FF2B5EF4-FFF2-40B4-BE49-F238E27FC236}">
                      <a16:creationId xmlns:a16="http://schemas.microsoft.com/office/drawing/2014/main" id="{B987746A-B059-A5DE-ADDA-7EEB201EDAC9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4" name="Rectangle 1603">
                  <a:extLst>
                    <a:ext uri="{FF2B5EF4-FFF2-40B4-BE49-F238E27FC236}">
                      <a16:creationId xmlns:a16="http://schemas.microsoft.com/office/drawing/2014/main" id="{BEB3998B-2638-0176-268A-9CC54FCDB2B2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5" name="Rectangle 1604">
                  <a:extLst>
                    <a:ext uri="{FF2B5EF4-FFF2-40B4-BE49-F238E27FC236}">
                      <a16:creationId xmlns:a16="http://schemas.microsoft.com/office/drawing/2014/main" id="{8F008232-B306-68D6-C06A-A31C57FA000F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6" name="Rectangle 1605">
                  <a:extLst>
                    <a:ext uri="{FF2B5EF4-FFF2-40B4-BE49-F238E27FC236}">
                      <a16:creationId xmlns:a16="http://schemas.microsoft.com/office/drawing/2014/main" id="{068E38AA-864B-343F-A676-846267DB90D7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7" name="Rectangle 1606">
                  <a:extLst>
                    <a:ext uri="{FF2B5EF4-FFF2-40B4-BE49-F238E27FC236}">
                      <a16:creationId xmlns:a16="http://schemas.microsoft.com/office/drawing/2014/main" id="{D50C11BF-6CC2-1ED1-EEC2-761D6BFCE78C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8" name="Rectangle 1607">
                  <a:extLst>
                    <a:ext uri="{FF2B5EF4-FFF2-40B4-BE49-F238E27FC236}">
                      <a16:creationId xmlns:a16="http://schemas.microsoft.com/office/drawing/2014/main" id="{11A05F83-C83C-6B4D-F05D-EB582F751A44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09" name="Rectangle 1608">
                  <a:extLst>
                    <a:ext uri="{FF2B5EF4-FFF2-40B4-BE49-F238E27FC236}">
                      <a16:creationId xmlns:a16="http://schemas.microsoft.com/office/drawing/2014/main" id="{D5905E82-06A1-E0EA-E438-F249A8CE824C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0" name="Rectangle 1609">
                  <a:extLst>
                    <a:ext uri="{FF2B5EF4-FFF2-40B4-BE49-F238E27FC236}">
                      <a16:creationId xmlns:a16="http://schemas.microsoft.com/office/drawing/2014/main" id="{103B6091-4E2A-0472-DA9B-57ABA6064DEE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11" name="Rectangle 1610">
                  <a:extLst>
                    <a:ext uri="{FF2B5EF4-FFF2-40B4-BE49-F238E27FC236}">
                      <a16:creationId xmlns:a16="http://schemas.microsoft.com/office/drawing/2014/main" id="{52BEE781-C6D6-F430-535A-D4F3CE6249C6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14" name="Group 1513">
                <a:extLst>
                  <a:ext uri="{FF2B5EF4-FFF2-40B4-BE49-F238E27FC236}">
                    <a16:creationId xmlns:a16="http://schemas.microsoft.com/office/drawing/2014/main" id="{0740AD7A-E37A-B01A-5891-09CF67432D67}"/>
                  </a:ext>
                </a:extLst>
              </p:cNvPr>
              <p:cNvGrpSpPr/>
              <p:nvPr/>
            </p:nvGrpSpPr>
            <p:grpSpPr>
              <a:xfrm>
                <a:off x="467360" y="0"/>
                <a:ext cx="233680" cy="7477760"/>
                <a:chOff x="0" y="0"/>
                <a:chExt cx="233680" cy="7477760"/>
              </a:xfrm>
            </p:grpSpPr>
            <p:sp>
              <p:nvSpPr>
                <p:cNvPr id="1548" name="Rectangle 1547">
                  <a:extLst>
                    <a:ext uri="{FF2B5EF4-FFF2-40B4-BE49-F238E27FC236}">
                      <a16:creationId xmlns:a16="http://schemas.microsoft.com/office/drawing/2014/main" id="{AC75F5A5-9E18-4A0D-1B8B-9575153043B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9" name="Rectangle 1548">
                  <a:extLst>
                    <a:ext uri="{FF2B5EF4-FFF2-40B4-BE49-F238E27FC236}">
                      <a16:creationId xmlns:a16="http://schemas.microsoft.com/office/drawing/2014/main" id="{D6EF4237-A8CB-2BE9-7DEE-348676A3ACAF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0" name="Rectangle 1549">
                  <a:extLst>
                    <a:ext uri="{FF2B5EF4-FFF2-40B4-BE49-F238E27FC236}">
                      <a16:creationId xmlns:a16="http://schemas.microsoft.com/office/drawing/2014/main" id="{80A70DA9-96AF-C25B-C61C-87C13578DD86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1" name="Rectangle 1550">
                  <a:extLst>
                    <a:ext uri="{FF2B5EF4-FFF2-40B4-BE49-F238E27FC236}">
                      <a16:creationId xmlns:a16="http://schemas.microsoft.com/office/drawing/2014/main" id="{36701159-7EFD-DD9B-C8F6-1FC726F4FB31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2" name="Rectangle 1551">
                  <a:extLst>
                    <a:ext uri="{FF2B5EF4-FFF2-40B4-BE49-F238E27FC236}">
                      <a16:creationId xmlns:a16="http://schemas.microsoft.com/office/drawing/2014/main" id="{845CA17A-B2A0-ACFE-AB95-425A3DD37EC8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3" name="Rectangle 1552">
                  <a:extLst>
                    <a:ext uri="{FF2B5EF4-FFF2-40B4-BE49-F238E27FC236}">
                      <a16:creationId xmlns:a16="http://schemas.microsoft.com/office/drawing/2014/main" id="{852CAC4E-618C-A232-48E0-DDBA45B2BAFC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4" name="Rectangle 1553">
                  <a:extLst>
                    <a:ext uri="{FF2B5EF4-FFF2-40B4-BE49-F238E27FC236}">
                      <a16:creationId xmlns:a16="http://schemas.microsoft.com/office/drawing/2014/main" id="{52FA9954-2E7B-1D31-44A2-4A5BF7F7A8BB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5" name="Rectangle 1554">
                  <a:extLst>
                    <a:ext uri="{FF2B5EF4-FFF2-40B4-BE49-F238E27FC236}">
                      <a16:creationId xmlns:a16="http://schemas.microsoft.com/office/drawing/2014/main" id="{C5F0EECB-305B-0618-C002-FA8188A9073B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6" name="Rectangle 1555">
                  <a:extLst>
                    <a:ext uri="{FF2B5EF4-FFF2-40B4-BE49-F238E27FC236}">
                      <a16:creationId xmlns:a16="http://schemas.microsoft.com/office/drawing/2014/main" id="{090E3403-BAD2-CFDB-C997-85AEA872A363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7" name="Rectangle 1556">
                  <a:extLst>
                    <a:ext uri="{FF2B5EF4-FFF2-40B4-BE49-F238E27FC236}">
                      <a16:creationId xmlns:a16="http://schemas.microsoft.com/office/drawing/2014/main" id="{08F432A5-9C72-1991-58B6-35C3A9389191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8" name="Rectangle 1557">
                  <a:extLst>
                    <a:ext uri="{FF2B5EF4-FFF2-40B4-BE49-F238E27FC236}">
                      <a16:creationId xmlns:a16="http://schemas.microsoft.com/office/drawing/2014/main" id="{34D5C821-7F85-5A30-C63F-FE7A2BBB32E4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9" name="Rectangle 1558">
                  <a:extLst>
                    <a:ext uri="{FF2B5EF4-FFF2-40B4-BE49-F238E27FC236}">
                      <a16:creationId xmlns:a16="http://schemas.microsoft.com/office/drawing/2014/main" id="{540675EB-4F92-BFA8-1EC4-B5C3E82C0F88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0" name="Rectangle 1559">
                  <a:extLst>
                    <a:ext uri="{FF2B5EF4-FFF2-40B4-BE49-F238E27FC236}">
                      <a16:creationId xmlns:a16="http://schemas.microsoft.com/office/drawing/2014/main" id="{25FB8199-5BD9-8495-3A4A-736637F33298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1" name="Rectangle 1560">
                  <a:extLst>
                    <a:ext uri="{FF2B5EF4-FFF2-40B4-BE49-F238E27FC236}">
                      <a16:creationId xmlns:a16="http://schemas.microsoft.com/office/drawing/2014/main" id="{A7EBBD53-5AE4-2C74-743F-FCE6AC55AE87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2" name="Rectangle 1561">
                  <a:extLst>
                    <a:ext uri="{FF2B5EF4-FFF2-40B4-BE49-F238E27FC236}">
                      <a16:creationId xmlns:a16="http://schemas.microsoft.com/office/drawing/2014/main" id="{61680557-93B3-C2EC-0743-BF4869A8EAB7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3" name="Rectangle 1562">
                  <a:extLst>
                    <a:ext uri="{FF2B5EF4-FFF2-40B4-BE49-F238E27FC236}">
                      <a16:creationId xmlns:a16="http://schemas.microsoft.com/office/drawing/2014/main" id="{943723D3-1A3D-3D6F-6E98-EA743A4F0380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4" name="Rectangle 1563">
                  <a:extLst>
                    <a:ext uri="{FF2B5EF4-FFF2-40B4-BE49-F238E27FC236}">
                      <a16:creationId xmlns:a16="http://schemas.microsoft.com/office/drawing/2014/main" id="{8F4E1F26-CD31-8CE1-5BC7-87B9E4B63702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5" name="Rectangle 1564">
                  <a:extLst>
                    <a:ext uri="{FF2B5EF4-FFF2-40B4-BE49-F238E27FC236}">
                      <a16:creationId xmlns:a16="http://schemas.microsoft.com/office/drawing/2014/main" id="{3E01DDBD-5301-05D9-7772-9018F0BE64C3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6" name="Rectangle 1565">
                  <a:extLst>
                    <a:ext uri="{FF2B5EF4-FFF2-40B4-BE49-F238E27FC236}">
                      <a16:creationId xmlns:a16="http://schemas.microsoft.com/office/drawing/2014/main" id="{65EF1790-B9F9-271E-2D3B-61CC9FF29812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7" name="Rectangle 1566">
                  <a:extLst>
                    <a:ext uri="{FF2B5EF4-FFF2-40B4-BE49-F238E27FC236}">
                      <a16:creationId xmlns:a16="http://schemas.microsoft.com/office/drawing/2014/main" id="{4A484AF3-E84E-BF62-30E3-9ED91D732281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8" name="Rectangle 1567">
                  <a:extLst>
                    <a:ext uri="{FF2B5EF4-FFF2-40B4-BE49-F238E27FC236}">
                      <a16:creationId xmlns:a16="http://schemas.microsoft.com/office/drawing/2014/main" id="{B7886EAF-6CDA-AE6C-661E-173DCF5F3A2E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9" name="Rectangle 1568">
                  <a:extLst>
                    <a:ext uri="{FF2B5EF4-FFF2-40B4-BE49-F238E27FC236}">
                      <a16:creationId xmlns:a16="http://schemas.microsoft.com/office/drawing/2014/main" id="{70E8D26A-EB91-C1EB-692B-8FFDE4C67161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0" name="Rectangle 1569">
                  <a:extLst>
                    <a:ext uri="{FF2B5EF4-FFF2-40B4-BE49-F238E27FC236}">
                      <a16:creationId xmlns:a16="http://schemas.microsoft.com/office/drawing/2014/main" id="{641EE898-8697-03B2-AB65-0153648EE747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1" name="Rectangle 1570">
                  <a:extLst>
                    <a:ext uri="{FF2B5EF4-FFF2-40B4-BE49-F238E27FC236}">
                      <a16:creationId xmlns:a16="http://schemas.microsoft.com/office/drawing/2014/main" id="{A41654D6-A38B-46F2-6BE8-2C57A93DB2D4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2" name="Rectangle 1571">
                  <a:extLst>
                    <a:ext uri="{FF2B5EF4-FFF2-40B4-BE49-F238E27FC236}">
                      <a16:creationId xmlns:a16="http://schemas.microsoft.com/office/drawing/2014/main" id="{9B9E272C-7F21-344D-C0BD-76DBE6434F98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3" name="Rectangle 1572">
                  <a:extLst>
                    <a:ext uri="{FF2B5EF4-FFF2-40B4-BE49-F238E27FC236}">
                      <a16:creationId xmlns:a16="http://schemas.microsoft.com/office/drawing/2014/main" id="{3B69457C-5791-C21F-5F97-D7271D34A5BC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4" name="Rectangle 1573">
                  <a:extLst>
                    <a:ext uri="{FF2B5EF4-FFF2-40B4-BE49-F238E27FC236}">
                      <a16:creationId xmlns:a16="http://schemas.microsoft.com/office/drawing/2014/main" id="{7D300AD4-4DD9-7B01-054F-FC303D7B8357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5" name="Rectangle 1574">
                  <a:extLst>
                    <a:ext uri="{FF2B5EF4-FFF2-40B4-BE49-F238E27FC236}">
                      <a16:creationId xmlns:a16="http://schemas.microsoft.com/office/drawing/2014/main" id="{FA4BFC14-3ECF-D3EE-B299-B74AD623E10F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6" name="Rectangle 1575">
                  <a:extLst>
                    <a:ext uri="{FF2B5EF4-FFF2-40B4-BE49-F238E27FC236}">
                      <a16:creationId xmlns:a16="http://schemas.microsoft.com/office/drawing/2014/main" id="{E8543560-F00C-4F7B-49B8-D5AD0F021FA7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7" name="Rectangle 1576">
                  <a:extLst>
                    <a:ext uri="{FF2B5EF4-FFF2-40B4-BE49-F238E27FC236}">
                      <a16:creationId xmlns:a16="http://schemas.microsoft.com/office/drawing/2014/main" id="{6F1D5C0E-97E0-C25C-B803-1F7A15E02689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8" name="Rectangle 1577">
                  <a:extLst>
                    <a:ext uri="{FF2B5EF4-FFF2-40B4-BE49-F238E27FC236}">
                      <a16:creationId xmlns:a16="http://schemas.microsoft.com/office/drawing/2014/main" id="{D88570E5-B97E-17DD-72DC-2581AED874A5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79" name="Rectangle 1578">
                  <a:extLst>
                    <a:ext uri="{FF2B5EF4-FFF2-40B4-BE49-F238E27FC236}">
                      <a16:creationId xmlns:a16="http://schemas.microsoft.com/office/drawing/2014/main" id="{94AAF7B5-C70F-CB42-C90D-6991E3E8D21B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515" name="Group 1514">
                <a:extLst>
                  <a:ext uri="{FF2B5EF4-FFF2-40B4-BE49-F238E27FC236}">
                    <a16:creationId xmlns:a16="http://schemas.microsoft.com/office/drawing/2014/main" id="{F264BE80-A3EE-FA35-2058-A1EDE819D583}"/>
                  </a:ext>
                </a:extLst>
              </p:cNvPr>
              <p:cNvGrpSpPr/>
              <p:nvPr/>
            </p:nvGrpSpPr>
            <p:grpSpPr>
              <a:xfrm>
                <a:off x="701040" y="0"/>
                <a:ext cx="233680" cy="7477760"/>
                <a:chOff x="0" y="0"/>
                <a:chExt cx="233680" cy="7477760"/>
              </a:xfrm>
            </p:grpSpPr>
            <p:sp>
              <p:nvSpPr>
                <p:cNvPr id="1516" name="Rectangle 1515">
                  <a:extLst>
                    <a:ext uri="{FF2B5EF4-FFF2-40B4-BE49-F238E27FC236}">
                      <a16:creationId xmlns:a16="http://schemas.microsoft.com/office/drawing/2014/main" id="{71DEC028-CFA5-2FC4-3ED4-9290F0A0530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7" name="Rectangle 1516">
                  <a:extLst>
                    <a:ext uri="{FF2B5EF4-FFF2-40B4-BE49-F238E27FC236}">
                      <a16:creationId xmlns:a16="http://schemas.microsoft.com/office/drawing/2014/main" id="{77D84A7B-30E9-01DB-C75B-09D8ACDDF064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8" name="Rectangle 1517">
                  <a:extLst>
                    <a:ext uri="{FF2B5EF4-FFF2-40B4-BE49-F238E27FC236}">
                      <a16:creationId xmlns:a16="http://schemas.microsoft.com/office/drawing/2014/main" id="{3456DDE6-0A8A-B07F-1D94-46FBF7B055F5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19" name="Rectangle 1518">
                  <a:extLst>
                    <a:ext uri="{FF2B5EF4-FFF2-40B4-BE49-F238E27FC236}">
                      <a16:creationId xmlns:a16="http://schemas.microsoft.com/office/drawing/2014/main" id="{5B043F34-5690-0D95-7A45-8A58D0D414CC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0" name="Rectangle 1519">
                  <a:extLst>
                    <a:ext uri="{FF2B5EF4-FFF2-40B4-BE49-F238E27FC236}">
                      <a16:creationId xmlns:a16="http://schemas.microsoft.com/office/drawing/2014/main" id="{C6DD6B91-A2DD-C5F2-C3AF-2B6BEC2AF8E9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1" name="Rectangle 1520">
                  <a:extLst>
                    <a:ext uri="{FF2B5EF4-FFF2-40B4-BE49-F238E27FC236}">
                      <a16:creationId xmlns:a16="http://schemas.microsoft.com/office/drawing/2014/main" id="{7B50BBAE-1C91-0AD8-58ED-0F69BF61734D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2" name="Rectangle 1521">
                  <a:extLst>
                    <a:ext uri="{FF2B5EF4-FFF2-40B4-BE49-F238E27FC236}">
                      <a16:creationId xmlns:a16="http://schemas.microsoft.com/office/drawing/2014/main" id="{AA08C56A-B462-161A-5212-C6797F56F089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3" name="Rectangle 1522">
                  <a:extLst>
                    <a:ext uri="{FF2B5EF4-FFF2-40B4-BE49-F238E27FC236}">
                      <a16:creationId xmlns:a16="http://schemas.microsoft.com/office/drawing/2014/main" id="{8E288021-8B56-C7DE-B46D-9AF0C117C602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4" name="Rectangle 1523">
                  <a:extLst>
                    <a:ext uri="{FF2B5EF4-FFF2-40B4-BE49-F238E27FC236}">
                      <a16:creationId xmlns:a16="http://schemas.microsoft.com/office/drawing/2014/main" id="{87DCF222-5630-EA31-2C95-227B28E3B861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5" name="Rectangle 1524">
                  <a:extLst>
                    <a:ext uri="{FF2B5EF4-FFF2-40B4-BE49-F238E27FC236}">
                      <a16:creationId xmlns:a16="http://schemas.microsoft.com/office/drawing/2014/main" id="{AD31AAAC-5CA6-386E-5FE2-6DB37755FF98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6" name="Rectangle 1525">
                  <a:extLst>
                    <a:ext uri="{FF2B5EF4-FFF2-40B4-BE49-F238E27FC236}">
                      <a16:creationId xmlns:a16="http://schemas.microsoft.com/office/drawing/2014/main" id="{3AAB29AD-1D51-E108-2235-4C77A95D1900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7" name="Rectangle 1526">
                  <a:extLst>
                    <a:ext uri="{FF2B5EF4-FFF2-40B4-BE49-F238E27FC236}">
                      <a16:creationId xmlns:a16="http://schemas.microsoft.com/office/drawing/2014/main" id="{B80006DC-A1D6-F9A9-5F12-633160A88417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8" name="Rectangle 1527">
                  <a:extLst>
                    <a:ext uri="{FF2B5EF4-FFF2-40B4-BE49-F238E27FC236}">
                      <a16:creationId xmlns:a16="http://schemas.microsoft.com/office/drawing/2014/main" id="{DDBC082B-0D2C-2602-E7EC-4DEC183B55AF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29" name="Rectangle 1528">
                  <a:extLst>
                    <a:ext uri="{FF2B5EF4-FFF2-40B4-BE49-F238E27FC236}">
                      <a16:creationId xmlns:a16="http://schemas.microsoft.com/office/drawing/2014/main" id="{563D5FCA-6734-0D54-8742-FBB9C7FBF1CA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0" name="Rectangle 1529">
                  <a:extLst>
                    <a:ext uri="{FF2B5EF4-FFF2-40B4-BE49-F238E27FC236}">
                      <a16:creationId xmlns:a16="http://schemas.microsoft.com/office/drawing/2014/main" id="{36456F4B-5962-EE31-A509-9842407462BA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1" name="Rectangle 1530">
                  <a:extLst>
                    <a:ext uri="{FF2B5EF4-FFF2-40B4-BE49-F238E27FC236}">
                      <a16:creationId xmlns:a16="http://schemas.microsoft.com/office/drawing/2014/main" id="{8528E853-D9F5-6FE7-480B-943E183B3C81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2" name="Rectangle 1531">
                  <a:extLst>
                    <a:ext uri="{FF2B5EF4-FFF2-40B4-BE49-F238E27FC236}">
                      <a16:creationId xmlns:a16="http://schemas.microsoft.com/office/drawing/2014/main" id="{BDBDA437-1C55-E9CA-D7CA-1C1ADBEED178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3" name="Rectangle 1532">
                  <a:extLst>
                    <a:ext uri="{FF2B5EF4-FFF2-40B4-BE49-F238E27FC236}">
                      <a16:creationId xmlns:a16="http://schemas.microsoft.com/office/drawing/2014/main" id="{BE8B849E-DAC2-2C2C-2C61-9EFACB64803C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4" name="Rectangle 1533">
                  <a:extLst>
                    <a:ext uri="{FF2B5EF4-FFF2-40B4-BE49-F238E27FC236}">
                      <a16:creationId xmlns:a16="http://schemas.microsoft.com/office/drawing/2014/main" id="{3D963187-4D1D-2148-4559-E35B6B3C70B3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5" name="Rectangle 1534">
                  <a:extLst>
                    <a:ext uri="{FF2B5EF4-FFF2-40B4-BE49-F238E27FC236}">
                      <a16:creationId xmlns:a16="http://schemas.microsoft.com/office/drawing/2014/main" id="{B0F1652B-91AD-2663-3BDA-1BEB0D54B4F5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6" name="Rectangle 1535">
                  <a:extLst>
                    <a:ext uri="{FF2B5EF4-FFF2-40B4-BE49-F238E27FC236}">
                      <a16:creationId xmlns:a16="http://schemas.microsoft.com/office/drawing/2014/main" id="{51CEC48C-C2C4-D986-1EB2-2123433CE075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7" name="Rectangle 1536">
                  <a:extLst>
                    <a:ext uri="{FF2B5EF4-FFF2-40B4-BE49-F238E27FC236}">
                      <a16:creationId xmlns:a16="http://schemas.microsoft.com/office/drawing/2014/main" id="{80D540CB-044D-9C10-A1A3-5503F35C695D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8" name="Rectangle 1537">
                  <a:extLst>
                    <a:ext uri="{FF2B5EF4-FFF2-40B4-BE49-F238E27FC236}">
                      <a16:creationId xmlns:a16="http://schemas.microsoft.com/office/drawing/2014/main" id="{BDE1A6FA-BF86-EEF2-EA2A-B7BC67062EE2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39" name="Rectangle 1538">
                  <a:extLst>
                    <a:ext uri="{FF2B5EF4-FFF2-40B4-BE49-F238E27FC236}">
                      <a16:creationId xmlns:a16="http://schemas.microsoft.com/office/drawing/2014/main" id="{960259F0-51F3-7F9D-7502-92E21ED24E55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0" name="Rectangle 1539">
                  <a:extLst>
                    <a:ext uri="{FF2B5EF4-FFF2-40B4-BE49-F238E27FC236}">
                      <a16:creationId xmlns:a16="http://schemas.microsoft.com/office/drawing/2014/main" id="{17C65734-D40B-0A35-4891-505210845E9A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1" name="Rectangle 1540">
                  <a:extLst>
                    <a:ext uri="{FF2B5EF4-FFF2-40B4-BE49-F238E27FC236}">
                      <a16:creationId xmlns:a16="http://schemas.microsoft.com/office/drawing/2014/main" id="{4BB539EF-7650-97CA-6FAD-BA1DB3300EE1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2" name="Rectangle 1541">
                  <a:extLst>
                    <a:ext uri="{FF2B5EF4-FFF2-40B4-BE49-F238E27FC236}">
                      <a16:creationId xmlns:a16="http://schemas.microsoft.com/office/drawing/2014/main" id="{5E904322-5361-983A-6C62-2A372D9D6D6B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3" name="Rectangle 1542">
                  <a:extLst>
                    <a:ext uri="{FF2B5EF4-FFF2-40B4-BE49-F238E27FC236}">
                      <a16:creationId xmlns:a16="http://schemas.microsoft.com/office/drawing/2014/main" id="{784729F4-482B-D327-945D-10F2A158CA41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4" name="Rectangle 1543">
                  <a:extLst>
                    <a:ext uri="{FF2B5EF4-FFF2-40B4-BE49-F238E27FC236}">
                      <a16:creationId xmlns:a16="http://schemas.microsoft.com/office/drawing/2014/main" id="{26C93064-255C-6BE1-4416-CF9D1DDBD9FD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5" name="Rectangle 1544">
                  <a:extLst>
                    <a:ext uri="{FF2B5EF4-FFF2-40B4-BE49-F238E27FC236}">
                      <a16:creationId xmlns:a16="http://schemas.microsoft.com/office/drawing/2014/main" id="{54CB12BB-33E6-5043-1DE6-62A75B47148F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6" name="Rectangle 1545">
                  <a:extLst>
                    <a:ext uri="{FF2B5EF4-FFF2-40B4-BE49-F238E27FC236}">
                      <a16:creationId xmlns:a16="http://schemas.microsoft.com/office/drawing/2014/main" id="{6DDD56E2-4971-7C7D-6141-921CE04A89D9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47" name="Rectangle 1546">
                  <a:extLst>
                    <a:ext uri="{FF2B5EF4-FFF2-40B4-BE49-F238E27FC236}">
                      <a16:creationId xmlns:a16="http://schemas.microsoft.com/office/drawing/2014/main" id="{E2ED7DC3-DFCE-533F-CD27-1407AAB6EA10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644" name="Group 1643">
              <a:extLst>
                <a:ext uri="{FF2B5EF4-FFF2-40B4-BE49-F238E27FC236}">
                  <a16:creationId xmlns:a16="http://schemas.microsoft.com/office/drawing/2014/main" id="{BE74B84E-66F0-4519-C965-379EFF29D2AF}"/>
                </a:ext>
              </a:extLst>
            </p:cNvPr>
            <p:cNvGrpSpPr/>
            <p:nvPr/>
          </p:nvGrpSpPr>
          <p:grpSpPr>
            <a:xfrm>
              <a:off x="8412480" y="0"/>
              <a:ext cx="934720" cy="7477760"/>
              <a:chOff x="0" y="0"/>
              <a:chExt cx="934720" cy="7477760"/>
            </a:xfrm>
          </p:grpSpPr>
          <p:grpSp>
            <p:nvGrpSpPr>
              <p:cNvPr id="1645" name="Group 1644">
                <a:extLst>
                  <a:ext uri="{FF2B5EF4-FFF2-40B4-BE49-F238E27FC236}">
                    <a16:creationId xmlns:a16="http://schemas.microsoft.com/office/drawing/2014/main" id="{FF44E3EC-24AF-E73B-9121-3EDF790C8036}"/>
                  </a:ext>
                </a:extLst>
              </p:cNvPr>
              <p:cNvGrpSpPr/>
              <p:nvPr/>
            </p:nvGrpSpPr>
            <p:grpSpPr>
              <a:xfrm>
                <a:off x="0" y="0"/>
                <a:ext cx="233680" cy="7477760"/>
                <a:chOff x="0" y="0"/>
                <a:chExt cx="233680" cy="7477760"/>
              </a:xfrm>
            </p:grpSpPr>
            <p:sp>
              <p:nvSpPr>
                <p:cNvPr id="1745" name="Rectangle 1744">
                  <a:extLst>
                    <a:ext uri="{FF2B5EF4-FFF2-40B4-BE49-F238E27FC236}">
                      <a16:creationId xmlns:a16="http://schemas.microsoft.com/office/drawing/2014/main" id="{DF896DA6-A877-548E-C426-7237481AC0D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6" name="Rectangle 1745">
                  <a:extLst>
                    <a:ext uri="{FF2B5EF4-FFF2-40B4-BE49-F238E27FC236}">
                      <a16:creationId xmlns:a16="http://schemas.microsoft.com/office/drawing/2014/main" id="{69AEA4FE-5DF3-4874-E680-715C9190E7D2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7" name="Rectangle 1746">
                  <a:extLst>
                    <a:ext uri="{FF2B5EF4-FFF2-40B4-BE49-F238E27FC236}">
                      <a16:creationId xmlns:a16="http://schemas.microsoft.com/office/drawing/2014/main" id="{3F614942-82CE-EB4A-2600-53FA7827478E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8" name="Rectangle 1747">
                  <a:extLst>
                    <a:ext uri="{FF2B5EF4-FFF2-40B4-BE49-F238E27FC236}">
                      <a16:creationId xmlns:a16="http://schemas.microsoft.com/office/drawing/2014/main" id="{9B744237-26A2-7085-C014-F961E5CDCC73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9" name="Rectangle 1748">
                  <a:extLst>
                    <a:ext uri="{FF2B5EF4-FFF2-40B4-BE49-F238E27FC236}">
                      <a16:creationId xmlns:a16="http://schemas.microsoft.com/office/drawing/2014/main" id="{2406B62C-4AEB-4996-0EC0-B081E17C8E6D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0" name="Rectangle 1749">
                  <a:extLst>
                    <a:ext uri="{FF2B5EF4-FFF2-40B4-BE49-F238E27FC236}">
                      <a16:creationId xmlns:a16="http://schemas.microsoft.com/office/drawing/2014/main" id="{72E39C1E-7886-AB9B-E2DA-3BA7C836C989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1" name="Rectangle 1750">
                  <a:extLst>
                    <a:ext uri="{FF2B5EF4-FFF2-40B4-BE49-F238E27FC236}">
                      <a16:creationId xmlns:a16="http://schemas.microsoft.com/office/drawing/2014/main" id="{C218E7D1-6FDE-E626-848F-358B2514A22B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2" name="Rectangle 1751">
                  <a:extLst>
                    <a:ext uri="{FF2B5EF4-FFF2-40B4-BE49-F238E27FC236}">
                      <a16:creationId xmlns:a16="http://schemas.microsoft.com/office/drawing/2014/main" id="{7EDDE1E3-AAEF-FECD-59B2-73D1674C1AE6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3" name="Rectangle 1752">
                  <a:extLst>
                    <a:ext uri="{FF2B5EF4-FFF2-40B4-BE49-F238E27FC236}">
                      <a16:creationId xmlns:a16="http://schemas.microsoft.com/office/drawing/2014/main" id="{A154435D-58BC-B90A-7E89-6FC6AE0E2CCA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4" name="Rectangle 1753">
                  <a:extLst>
                    <a:ext uri="{FF2B5EF4-FFF2-40B4-BE49-F238E27FC236}">
                      <a16:creationId xmlns:a16="http://schemas.microsoft.com/office/drawing/2014/main" id="{18535B74-10A3-9D9A-4CA6-6F1DB9A391E8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5" name="Rectangle 1754">
                  <a:extLst>
                    <a:ext uri="{FF2B5EF4-FFF2-40B4-BE49-F238E27FC236}">
                      <a16:creationId xmlns:a16="http://schemas.microsoft.com/office/drawing/2014/main" id="{FFA1BB3A-F771-F7E7-16BB-40D06E77C11D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6" name="Rectangle 1755">
                  <a:extLst>
                    <a:ext uri="{FF2B5EF4-FFF2-40B4-BE49-F238E27FC236}">
                      <a16:creationId xmlns:a16="http://schemas.microsoft.com/office/drawing/2014/main" id="{55E73A35-8D0F-C379-C2CB-79DA39355CAE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7" name="Rectangle 1756">
                  <a:extLst>
                    <a:ext uri="{FF2B5EF4-FFF2-40B4-BE49-F238E27FC236}">
                      <a16:creationId xmlns:a16="http://schemas.microsoft.com/office/drawing/2014/main" id="{4641D653-BC9D-D0DB-635F-2A68F07DE864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8" name="Rectangle 1757">
                  <a:extLst>
                    <a:ext uri="{FF2B5EF4-FFF2-40B4-BE49-F238E27FC236}">
                      <a16:creationId xmlns:a16="http://schemas.microsoft.com/office/drawing/2014/main" id="{E2FECB98-6204-F87C-E745-410D534C5ECA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9" name="Rectangle 1758">
                  <a:extLst>
                    <a:ext uri="{FF2B5EF4-FFF2-40B4-BE49-F238E27FC236}">
                      <a16:creationId xmlns:a16="http://schemas.microsoft.com/office/drawing/2014/main" id="{F76439B6-F93D-E2E4-74C8-086BC17DD76A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0" name="Rectangle 1759">
                  <a:extLst>
                    <a:ext uri="{FF2B5EF4-FFF2-40B4-BE49-F238E27FC236}">
                      <a16:creationId xmlns:a16="http://schemas.microsoft.com/office/drawing/2014/main" id="{42C8BE4A-9883-E445-C89A-F738D25B4148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1" name="Rectangle 1760">
                  <a:extLst>
                    <a:ext uri="{FF2B5EF4-FFF2-40B4-BE49-F238E27FC236}">
                      <a16:creationId xmlns:a16="http://schemas.microsoft.com/office/drawing/2014/main" id="{6FF29A75-7720-0FF3-F463-6D4DDCB19CEF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2" name="Rectangle 1761">
                  <a:extLst>
                    <a:ext uri="{FF2B5EF4-FFF2-40B4-BE49-F238E27FC236}">
                      <a16:creationId xmlns:a16="http://schemas.microsoft.com/office/drawing/2014/main" id="{EED602EF-22B6-16F6-C7D2-E89564FD7668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3" name="Rectangle 1762">
                  <a:extLst>
                    <a:ext uri="{FF2B5EF4-FFF2-40B4-BE49-F238E27FC236}">
                      <a16:creationId xmlns:a16="http://schemas.microsoft.com/office/drawing/2014/main" id="{10D1DEB6-A26E-6E5E-D3C6-2826BB1117AA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4" name="Rectangle 1763">
                  <a:extLst>
                    <a:ext uri="{FF2B5EF4-FFF2-40B4-BE49-F238E27FC236}">
                      <a16:creationId xmlns:a16="http://schemas.microsoft.com/office/drawing/2014/main" id="{E257DB64-542E-E280-D9F1-13F44D12A2E2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5" name="Rectangle 1764">
                  <a:extLst>
                    <a:ext uri="{FF2B5EF4-FFF2-40B4-BE49-F238E27FC236}">
                      <a16:creationId xmlns:a16="http://schemas.microsoft.com/office/drawing/2014/main" id="{747D5B99-7E5E-174E-1575-8D2C3A82DF98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6" name="Rectangle 1765">
                  <a:extLst>
                    <a:ext uri="{FF2B5EF4-FFF2-40B4-BE49-F238E27FC236}">
                      <a16:creationId xmlns:a16="http://schemas.microsoft.com/office/drawing/2014/main" id="{9B554953-0750-2D31-1540-E4131FB46A4A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7" name="Rectangle 1766">
                  <a:extLst>
                    <a:ext uri="{FF2B5EF4-FFF2-40B4-BE49-F238E27FC236}">
                      <a16:creationId xmlns:a16="http://schemas.microsoft.com/office/drawing/2014/main" id="{6B384774-0A0F-6B94-6972-8748387F6313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8" name="Rectangle 1767">
                  <a:extLst>
                    <a:ext uri="{FF2B5EF4-FFF2-40B4-BE49-F238E27FC236}">
                      <a16:creationId xmlns:a16="http://schemas.microsoft.com/office/drawing/2014/main" id="{A52F5806-08F1-A235-190B-40F5B41D5CAD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69" name="Rectangle 1768">
                  <a:extLst>
                    <a:ext uri="{FF2B5EF4-FFF2-40B4-BE49-F238E27FC236}">
                      <a16:creationId xmlns:a16="http://schemas.microsoft.com/office/drawing/2014/main" id="{0E507A1D-94B9-0E4B-E24D-629268AE13EC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0" name="Rectangle 1769">
                  <a:extLst>
                    <a:ext uri="{FF2B5EF4-FFF2-40B4-BE49-F238E27FC236}">
                      <a16:creationId xmlns:a16="http://schemas.microsoft.com/office/drawing/2014/main" id="{25561D96-1785-45E9-015B-4DB6BE0D452F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1" name="Rectangle 1770">
                  <a:extLst>
                    <a:ext uri="{FF2B5EF4-FFF2-40B4-BE49-F238E27FC236}">
                      <a16:creationId xmlns:a16="http://schemas.microsoft.com/office/drawing/2014/main" id="{DEDBE841-EB45-EB9C-2145-D19BE8F82EA1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2" name="Rectangle 1771">
                  <a:extLst>
                    <a:ext uri="{FF2B5EF4-FFF2-40B4-BE49-F238E27FC236}">
                      <a16:creationId xmlns:a16="http://schemas.microsoft.com/office/drawing/2014/main" id="{27CAAA5B-6065-4114-6412-54C55A37709D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3" name="Rectangle 1772">
                  <a:extLst>
                    <a:ext uri="{FF2B5EF4-FFF2-40B4-BE49-F238E27FC236}">
                      <a16:creationId xmlns:a16="http://schemas.microsoft.com/office/drawing/2014/main" id="{5142537A-B788-2E55-B782-F51B707FFBA6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4" name="Rectangle 1773">
                  <a:extLst>
                    <a:ext uri="{FF2B5EF4-FFF2-40B4-BE49-F238E27FC236}">
                      <a16:creationId xmlns:a16="http://schemas.microsoft.com/office/drawing/2014/main" id="{BAA75441-A3A0-E876-D52C-8B5505415A0F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5" name="Rectangle 1774">
                  <a:extLst>
                    <a:ext uri="{FF2B5EF4-FFF2-40B4-BE49-F238E27FC236}">
                      <a16:creationId xmlns:a16="http://schemas.microsoft.com/office/drawing/2014/main" id="{F9CAE81C-7ED3-C1DC-4BF5-410D1A4537BF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76" name="Rectangle 1775">
                  <a:extLst>
                    <a:ext uri="{FF2B5EF4-FFF2-40B4-BE49-F238E27FC236}">
                      <a16:creationId xmlns:a16="http://schemas.microsoft.com/office/drawing/2014/main" id="{75EE6EAF-589C-37E7-EC29-C6F390339BEE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46" name="Group 1645">
                <a:extLst>
                  <a:ext uri="{FF2B5EF4-FFF2-40B4-BE49-F238E27FC236}">
                    <a16:creationId xmlns:a16="http://schemas.microsoft.com/office/drawing/2014/main" id="{72C006C3-40DE-1CEA-E801-A81BBE7305D0}"/>
                  </a:ext>
                </a:extLst>
              </p:cNvPr>
              <p:cNvGrpSpPr/>
              <p:nvPr/>
            </p:nvGrpSpPr>
            <p:grpSpPr>
              <a:xfrm>
                <a:off x="233680" y="0"/>
                <a:ext cx="233680" cy="7477760"/>
                <a:chOff x="0" y="0"/>
                <a:chExt cx="233680" cy="7477760"/>
              </a:xfrm>
            </p:grpSpPr>
            <p:sp>
              <p:nvSpPr>
                <p:cNvPr id="1713" name="Rectangle 1712">
                  <a:extLst>
                    <a:ext uri="{FF2B5EF4-FFF2-40B4-BE49-F238E27FC236}">
                      <a16:creationId xmlns:a16="http://schemas.microsoft.com/office/drawing/2014/main" id="{2C614E5D-ED81-F969-05DB-FB7B99342FB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4" name="Rectangle 1713">
                  <a:extLst>
                    <a:ext uri="{FF2B5EF4-FFF2-40B4-BE49-F238E27FC236}">
                      <a16:creationId xmlns:a16="http://schemas.microsoft.com/office/drawing/2014/main" id="{7895EB08-C4DE-DB86-58F7-A5112475B435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5" name="Rectangle 1714">
                  <a:extLst>
                    <a:ext uri="{FF2B5EF4-FFF2-40B4-BE49-F238E27FC236}">
                      <a16:creationId xmlns:a16="http://schemas.microsoft.com/office/drawing/2014/main" id="{33108972-164A-EF55-6CAE-D7DF5E975965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6" name="Rectangle 1715">
                  <a:extLst>
                    <a:ext uri="{FF2B5EF4-FFF2-40B4-BE49-F238E27FC236}">
                      <a16:creationId xmlns:a16="http://schemas.microsoft.com/office/drawing/2014/main" id="{CA108595-92CE-987A-02E5-813AA6BF736F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7" name="Rectangle 1716">
                  <a:extLst>
                    <a:ext uri="{FF2B5EF4-FFF2-40B4-BE49-F238E27FC236}">
                      <a16:creationId xmlns:a16="http://schemas.microsoft.com/office/drawing/2014/main" id="{48239D78-02E9-E6B8-45F2-1D56D3B3A693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8" name="Rectangle 1717">
                  <a:extLst>
                    <a:ext uri="{FF2B5EF4-FFF2-40B4-BE49-F238E27FC236}">
                      <a16:creationId xmlns:a16="http://schemas.microsoft.com/office/drawing/2014/main" id="{9DFFB5CA-1559-21D4-C99F-A6F1C046F750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9" name="Rectangle 1718">
                  <a:extLst>
                    <a:ext uri="{FF2B5EF4-FFF2-40B4-BE49-F238E27FC236}">
                      <a16:creationId xmlns:a16="http://schemas.microsoft.com/office/drawing/2014/main" id="{C14A0BCB-D94A-6D22-2A96-0948AF95CF11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0" name="Rectangle 1719">
                  <a:extLst>
                    <a:ext uri="{FF2B5EF4-FFF2-40B4-BE49-F238E27FC236}">
                      <a16:creationId xmlns:a16="http://schemas.microsoft.com/office/drawing/2014/main" id="{50E9922A-221D-BA63-BBF8-9526C3B9DCFB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1" name="Rectangle 1720">
                  <a:extLst>
                    <a:ext uri="{FF2B5EF4-FFF2-40B4-BE49-F238E27FC236}">
                      <a16:creationId xmlns:a16="http://schemas.microsoft.com/office/drawing/2014/main" id="{1665CFF8-FA5F-8E86-2DB3-FA6861D1E062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2" name="Rectangle 1721">
                  <a:extLst>
                    <a:ext uri="{FF2B5EF4-FFF2-40B4-BE49-F238E27FC236}">
                      <a16:creationId xmlns:a16="http://schemas.microsoft.com/office/drawing/2014/main" id="{412069B0-BAE4-8ECC-12B5-F233883D9A79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3" name="Rectangle 1722">
                  <a:extLst>
                    <a:ext uri="{FF2B5EF4-FFF2-40B4-BE49-F238E27FC236}">
                      <a16:creationId xmlns:a16="http://schemas.microsoft.com/office/drawing/2014/main" id="{DF5D1D10-2095-BD55-0854-2F86524BE461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4" name="Rectangle 1723">
                  <a:extLst>
                    <a:ext uri="{FF2B5EF4-FFF2-40B4-BE49-F238E27FC236}">
                      <a16:creationId xmlns:a16="http://schemas.microsoft.com/office/drawing/2014/main" id="{A8CF9A80-F9F3-9B39-0701-13E82426A27E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5" name="Rectangle 1724">
                  <a:extLst>
                    <a:ext uri="{FF2B5EF4-FFF2-40B4-BE49-F238E27FC236}">
                      <a16:creationId xmlns:a16="http://schemas.microsoft.com/office/drawing/2014/main" id="{18C3F33F-2610-F16C-78C1-8B8B2C21A05D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6" name="Rectangle 1725">
                  <a:extLst>
                    <a:ext uri="{FF2B5EF4-FFF2-40B4-BE49-F238E27FC236}">
                      <a16:creationId xmlns:a16="http://schemas.microsoft.com/office/drawing/2014/main" id="{7B44235A-5292-E3E2-AA90-D82A9F8DE7AF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7" name="Rectangle 1726">
                  <a:extLst>
                    <a:ext uri="{FF2B5EF4-FFF2-40B4-BE49-F238E27FC236}">
                      <a16:creationId xmlns:a16="http://schemas.microsoft.com/office/drawing/2014/main" id="{E257AA45-FD9B-81AA-2494-789280822D2A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8" name="Rectangle 1727">
                  <a:extLst>
                    <a:ext uri="{FF2B5EF4-FFF2-40B4-BE49-F238E27FC236}">
                      <a16:creationId xmlns:a16="http://schemas.microsoft.com/office/drawing/2014/main" id="{E0EAF642-C2D3-A520-840B-F043B7FF90AB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9" name="Rectangle 1728">
                  <a:extLst>
                    <a:ext uri="{FF2B5EF4-FFF2-40B4-BE49-F238E27FC236}">
                      <a16:creationId xmlns:a16="http://schemas.microsoft.com/office/drawing/2014/main" id="{33AF4B2A-7F65-7A1E-74A3-EE6F155B2534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0" name="Rectangle 1729">
                  <a:extLst>
                    <a:ext uri="{FF2B5EF4-FFF2-40B4-BE49-F238E27FC236}">
                      <a16:creationId xmlns:a16="http://schemas.microsoft.com/office/drawing/2014/main" id="{CEA9D3F0-85EF-22F6-D04C-CD267491AF0C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1" name="Rectangle 1730">
                  <a:extLst>
                    <a:ext uri="{FF2B5EF4-FFF2-40B4-BE49-F238E27FC236}">
                      <a16:creationId xmlns:a16="http://schemas.microsoft.com/office/drawing/2014/main" id="{F36FE9C4-F2EB-FC05-B176-0EC8A8ED797B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2" name="Rectangle 1731">
                  <a:extLst>
                    <a:ext uri="{FF2B5EF4-FFF2-40B4-BE49-F238E27FC236}">
                      <a16:creationId xmlns:a16="http://schemas.microsoft.com/office/drawing/2014/main" id="{2CEF5D66-B6DE-5EED-D6AA-6E564CC7BE9E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3" name="Rectangle 1732">
                  <a:extLst>
                    <a:ext uri="{FF2B5EF4-FFF2-40B4-BE49-F238E27FC236}">
                      <a16:creationId xmlns:a16="http://schemas.microsoft.com/office/drawing/2014/main" id="{225902A9-51B5-6664-8B51-B960C2DD197A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4" name="Rectangle 1733">
                  <a:extLst>
                    <a:ext uri="{FF2B5EF4-FFF2-40B4-BE49-F238E27FC236}">
                      <a16:creationId xmlns:a16="http://schemas.microsoft.com/office/drawing/2014/main" id="{698BDB2F-5A07-6ADA-B040-576099700183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5" name="Rectangle 1734">
                  <a:extLst>
                    <a:ext uri="{FF2B5EF4-FFF2-40B4-BE49-F238E27FC236}">
                      <a16:creationId xmlns:a16="http://schemas.microsoft.com/office/drawing/2014/main" id="{F1EA38F2-1489-A79A-39B1-36B7528C1512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6" name="Rectangle 1735">
                  <a:extLst>
                    <a:ext uri="{FF2B5EF4-FFF2-40B4-BE49-F238E27FC236}">
                      <a16:creationId xmlns:a16="http://schemas.microsoft.com/office/drawing/2014/main" id="{3B42D228-8911-C6E0-D3F2-609CCF94755D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7" name="Rectangle 1736">
                  <a:extLst>
                    <a:ext uri="{FF2B5EF4-FFF2-40B4-BE49-F238E27FC236}">
                      <a16:creationId xmlns:a16="http://schemas.microsoft.com/office/drawing/2014/main" id="{375EDA93-93F4-2E3A-3421-2A9EB3A548EE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8" name="Rectangle 1737">
                  <a:extLst>
                    <a:ext uri="{FF2B5EF4-FFF2-40B4-BE49-F238E27FC236}">
                      <a16:creationId xmlns:a16="http://schemas.microsoft.com/office/drawing/2014/main" id="{253615EF-C685-D285-1BCE-9F3A19906717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9" name="Rectangle 1738">
                  <a:extLst>
                    <a:ext uri="{FF2B5EF4-FFF2-40B4-BE49-F238E27FC236}">
                      <a16:creationId xmlns:a16="http://schemas.microsoft.com/office/drawing/2014/main" id="{72C04900-137C-D9DC-639D-FE1772D49015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0" name="Rectangle 1739">
                  <a:extLst>
                    <a:ext uri="{FF2B5EF4-FFF2-40B4-BE49-F238E27FC236}">
                      <a16:creationId xmlns:a16="http://schemas.microsoft.com/office/drawing/2014/main" id="{20B4A263-A6F4-0B97-24F2-37CD97923786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1" name="Rectangle 1740">
                  <a:extLst>
                    <a:ext uri="{FF2B5EF4-FFF2-40B4-BE49-F238E27FC236}">
                      <a16:creationId xmlns:a16="http://schemas.microsoft.com/office/drawing/2014/main" id="{036F1FB7-0B67-9FC5-E2A6-72DB22B5D922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2" name="Rectangle 1741">
                  <a:extLst>
                    <a:ext uri="{FF2B5EF4-FFF2-40B4-BE49-F238E27FC236}">
                      <a16:creationId xmlns:a16="http://schemas.microsoft.com/office/drawing/2014/main" id="{48F38533-0088-EC9A-52BB-21817B6AAA22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3" name="Rectangle 1742">
                  <a:extLst>
                    <a:ext uri="{FF2B5EF4-FFF2-40B4-BE49-F238E27FC236}">
                      <a16:creationId xmlns:a16="http://schemas.microsoft.com/office/drawing/2014/main" id="{9671AEE5-3E49-3B0E-408D-00B3FE2BEC01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4" name="Rectangle 1743">
                  <a:extLst>
                    <a:ext uri="{FF2B5EF4-FFF2-40B4-BE49-F238E27FC236}">
                      <a16:creationId xmlns:a16="http://schemas.microsoft.com/office/drawing/2014/main" id="{8657C126-8A7F-5A81-96E9-302823BB2ED2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47" name="Group 1646">
                <a:extLst>
                  <a:ext uri="{FF2B5EF4-FFF2-40B4-BE49-F238E27FC236}">
                    <a16:creationId xmlns:a16="http://schemas.microsoft.com/office/drawing/2014/main" id="{2F3C0035-D3F6-9D0E-8517-A292A027FDA9}"/>
                  </a:ext>
                </a:extLst>
              </p:cNvPr>
              <p:cNvGrpSpPr/>
              <p:nvPr/>
            </p:nvGrpSpPr>
            <p:grpSpPr>
              <a:xfrm>
                <a:off x="467360" y="0"/>
                <a:ext cx="233680" cy="7477760"/>
                <a:chOff x="0" y="0"/>
                <a:chExt cx="233680" cy="7477760"/>
              </a:xfrm>
            </p:grpSpPr>
            <p:sp>
              <p:nvSpPr>
                <p:cNvPr id="1681" name="Rectangle 1680">
                  <a:extLst>
                    <a:ext uri="{FF2B5EF4-FFF2-40B4-BE49-F238E27FC236}">
                      <a16:creationId xmlns:a16="http://schemas.microsoft.com/office/drawing/2014/main" id="{35B04053-ED11-5D3B-F335-676B31EAF85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2" name="Rectangle 1681">
                  <a:extLst>
                    <a:ext uri="{FF2B5EF4-FFF2-40B4-BE49-F238E27FC236}">
                      <a16:creationId xmlns:a16="http://schemas.microsoft.com/office/drawing/2014/main" id="{DB8110BD-53B1-1F49-6BB4-458E1D7597F6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3" name="Rectangle 1682">
                  <a:extLst>
                    <a:ext uri="{FF2B5EF4-FFF2-40B4-BE49-F238E27FC236}">
                      <a16:creationId xmlns:a16="http://schemas.microsoft.com/office/drawing/2014/main" id="{C1B4F071-2E5A-45E1-BAAF-1C03D6DD0A26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4" name="Rectangle 1683">
                  <a:extLst>
                    <a:ext uri="{FF2B5EF4-FFF2-40B4-BE49-F238E27FC236}">
                      <a16:creationId xmlns:a16="http://schemas.microsoft.com/office/drawing/2014/main" id="{B69402D7-F7B8-5979-02B0-C76D69C75826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5" name="Rectangle 1684">
                  <a:extLst>
                    <a:ext uri="{FF2B5EF4-FFF2-40B4-BE49-F238E27FC236}">
                      <a16:creationId xmlns:a16="http://schemas.microsoft.com/office/drawing/2014/main" id="{A222EA86-DEE2-758F-1E77-C8115F85308C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6" name="Rectangle 1685">
                  <a:extLst>
                    <a:ext uri="{FF2B5EF4-FFF2-40B4-BE49-F238E27FC236}">
                      <a16:creationId xmlns:a16="http://schemas.microsoft.com/office/drawing/2014/main" id="{2ECFA33B-1E19-A9A6-664C-79915E0327CD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7" name="Rectangle 1686">
                  <a:extLst>
                    <a:ext uri="{FF2B5EF4-FFF2-40B4-BE49-F238E27FC236}">
                      <a16:creationId xmlns:a16="http://schemas.microsoft.com/office/drawing/2014/main" id="{4E20B5B0-FD7F-E708-865F-56925C4F7669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8" name="Rectangle 1687">
                  <a:extLst>
                    <a:ext uri="{FF2B5EF4-FFF2-40B4-BE49-F238E27FC236}">
                      <a16:creationId xmlns:a16="http://schemas.microsoft.com/office/drawing/2014/main" id="{FEAFD980-A20A-294C-6E7F-0418E86AF7A8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9" name="Rectangle 1688">
                  <a:extLst>
                    <a:ext uri="{FF2B5EF4-FFF2-40B4-BE49-F238E27FC236}">
                      <a16:creationId xmlns:a16="http://schemas.microsoft.com/office/drawing/2014/main" id="{83CB87E7-5A0C-B9AC-1981-176EAC350AF4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0" name="Rectangle 1689">
                  <a:extLst>
                    <a:ext uri="{FF2B5EF4-FFF2-40B4-BE49-F238E27FC236}">
                      <a16:creationId xmlns:a16="http://schemas.microsoft.com/office/drawing/2014/main" id="{12190340-C92A-497A-4339-701A67D0C440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1" name="Rectangle 1690">
                  <a:extLst>
                    <a:ext uri="{FF2B5EF4-FFF2-40B4-BE49-F238E27FC236}">
                      <a16:creationId xmlns:a16="http://schemas.microsoft.com/office/drawing/2014/main" id="{3C749026-4AF4-12E6-057C-713BC56A5E71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2" name="Rectangle 1691">
                  <a:extLst>
                    <a:ext uri="{FF2B5EF4-FFF2-40B4-BE49-F238E27FC236}">
                      <a16:creationId xmlns:a16="http://schemas.microsoft.com/office/drawing/2014/main" id="{DF792406-59F4-F308-A00E-BAF3BFFFADAE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3" name="Rectangle 1692">
                  <a:extLst>
                    <a:ext uri="{FF2B5EF4-FFF2-40B4-BE49-F238E27FC236}">
                      <a16:creationId xmlns:a16="http://schemas.microsoft.com/office/drawing/2014/main" id="{B8AE77A5-E8DF-F802-9101-4C9E32E737CE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4" name="Rectangle 1693">
                  <a:extLst>
                    <a:ext uri="{FF2B5EF4-FFF2-40B4-BE49-F238E27FC236}">
                      <a16:creationId xmlns:a16="http://schemas.microsoft.com/office/drawing/2014/main" id="{9BA2B7E0-9165-D8D7-C644-F69FF99E229E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5" name="Rectangle 1694">
                  <a:extLst>
                    <a:ext uri="{FF2B5EF4-FFF2-40B4-BE49-F238E27FC236}">
                      <a16:creationId xmlns:a16="http://schemas.microsoft.com/office/drawing/2014/main" id="{0276C5BF-A4C1-3911-554D-146034E3C1CA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6" name="Rectangle 1695">
                  <a:extLst>
                    <a:ext uri="{FF2B5EF4-FFF2-40B4-BE49-F238E27FC236}">
                      <a16:creationId xmlns:a16="http://schemas.microsoft.com/office/drawing/2014/main" id="{011E97D2-9603-FE20-6300-8A4384CEF3F4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7" name="Rectangle 1696">
                  <a:extLst>
                    <a:ext uri="{FF2B5EF4-FFF2-40B4-BE49-F238E27FC236}">
                      <a16:creationId xmlns:a16="http://schemas.microsoft.com/office/drawing/2014/main" id="{5415E322-2D15-EE79-4326-AA2EEA96E5E9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8" name="Rectangle 1697">
                  <a:extLst>
                    <a:ext uri="{FF2B5EF4-FFF2-40B4-BE49-F238E27FC236}">
                      <a16:creationId xmlns:a16="http://schemas.microsoft.com/office/drawing/2014/main" id="{8EB143BE-18FB-8FA1-0CAC-FF429208872C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99" name="Rectangle 1698">
                  <a:extLst>
                    <a:ext uri="{FF2B5EF4-FFF2-40B4-BE49-F238E27FC236}">
                      <a16:creationId xmlns:a16="http://schemas.microsoft.com/office/drawing/2014/main" id="{59EF2D71-07B0-5B0B-E6F9-913F0E190AED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0" name="Rectangle 1699">
                  <a:extLst>
                    <a:ext uri="{FF2B5EF4-FFF2-40B4-BE49-F238E27FC236}">
                      <a16:creationId xmlns:a16="http://schemas.microsoft.com/office/drawing/2014/main" id="{D6D0E32F-D24C-34C8-FAC9-0644115CF5A6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1" name="Rectangle 1700">
                  <a:extLst>
                    <a:ext uri="{FF2B5EF4-FFF2-40B4-BE49-F238E27FC236}">
                      <a16:creationId xmlns:a16="http://schemas.microsoft.com/office/drawing/2014/main" id="{CE937AC5-FB36-8997-5788-1E94F7293E2A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2" name="Rectangle 1701">
                  <a:extLst>
                    <a:ext uri="{FF2B5EF4-FFF2-40B4-BE49-F238E27FC236}">
                      <a16:creationId xmlns:a16="http://schemas.microsoft.com/office/drawing/2014/main" id="{231AA4C7-76B4-294D-78F8-285E3E82201E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3" name="Rectangle 1702">
                  <a:extLst>
                    <a:ext uri="{FF2B5EF4-FFF2-40B4-BE49-F238E27FC236}">
                      <a16:creationId xmlns:a16="http://schemas.microsoft.com/office/drawing/2014/main" id="{41E49EBA-D871-4D57-F117-76DA012E4C5B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4" name="Rectangle 1703">
                  <a:extLst>
                    <a:ext uri="{FF2B5EF4-FFF2-40B4-BE49-F238E27FC236}">
                      <a16:creationId xmlns:a16="http://schemas.microsoft.com/office/drawing/2014/main" id="{66B389AD-0ECB-8C51-AD54-E63D596C1670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5" name="Rectangle 1704">
                  <a:extLst>
                    <a:ext uri="{FF2B5EF4-FFF2-40B4-BE49-F238E27FC236}">
                      <a16:creationId xmlns:a16="http://schemas.microsoft.com/office/drawing/2014/main" id="{B8312667-D1A5-01AF-C6AC-18DD7D6A0210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6" name="Rectangle 1705">
                  <a:extLst>
                    <a:ext uri="{FF2B5EF4-FFF2-40B4-BE49-F238E27FC236}">
                      <a16:creationId xmlns:a16="http://schemas.microsoft.com/office/drawing/2014/main" id="{9E5128A2-751E-027B-DCC9-C055F3C13280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7" name="Rectangle 1706">
                  <a:extLst>
                    <a:ext uri="{FF2B5EF4-FFF2-40B4-BE49-F238E27FC236}">
                      <a16:creationId xmlns:a16="http://schemas.microsoft.com/office/drawing/2014/main" id="{C7E8A414-FA07-8639-F8F7-270C44F08F81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8" name="Rectangle 1707">
                  <a:extLst>
                    <a:ext uri="{FF2B5EF4-FFF2-40B4-BE49-F238E27FC236}">
                      <a16:creationId xmlns:a16="http://schemas.microsoft.com/office/drawing/2014/main" id="{1AC1FF36-A7B6-EEF0-B44A-2EE7E60DC433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09" name="Rectangle 1708">
                  <a:extLst>
                    <a:ext uri="{FF2B5EF4-FFF2-40B4-BE49-F238E27FC236}">
                      <a16:creationId xmlns:a16="http://schemas.microsoft.com/office/drawing/2014/main" id="{181A0DCE-AF5A-2E27-0C5A-2C73BD5F87FC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0" name="Rectangle 1709">
                  <a:extLst>
                    <a:ext uri="{FF2B5EF4-FFF2-40B4-BE49-F238E27FC236}">
                      <a16:creationId xmlns:a16="http://schemas.microsoft.com/office/drawing/2014/main" id="{9525AD19-527A-5C22-9F75-D7ADCCDE8542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1" name="Rectangle 1710">
                  <a:extLst>
                    <a:ext uri="{FF2B5EF4-FFF2-40B4-BE49-F238E27FC236}">
                      <a16:creationId xmlns:a16="http://schemas.microsoft.com/office/drawing/2014/main" id="{36A2D7FB-C2D8-8C10-C791-AB4A25AAAC5E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12" name="Rectangle 1711">
                  <a:extLst>
                    <a:ext uri="{FF2B5EF4-FFF2-40B4-BE49-F238E27FC236}">
                      <a16:creationId xmlns:a16="http://schemas.microsoft.com/office/drawing/2014/main" id="{3367808D-629A-3A20-C96E-A9D7E9AA3C5B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648" name="Group 1647">
                <a:extLst>
                  <a:ext uri="{FF2B5EF4-FFF2-40B4-BE49-F238E27FC236}">
                    <a16:creationId xmlns:a16="http://schemas.microsoft.com/office/drawing/2014/main" id="{A29A6268-56BC-17DD-0B23-0B2A6C14F5F4}"/>
                  </a:ext>
                </a:extLst>
              </p:cNvPr>
              <p:cNvGrpSpPr/>
              <p:nvPr/>
            </p:nvGrpSpPr>
            <p:grpSpPr>
              <a:xfrm>
                <a:off x="701040" y="0"/>
                <a:ext cx="233680" cy="7477760"/>
                <a:chOff x="0" y="0"/>
                <a:chExt cx="233680" cy="7477760"/>
              </a:xfrm>
            </p:grpSpPr>
            <p:sp>
              <p:nvSpPr>
                <p:cNvPr id="1649" name="Rectangle 1648">
                  <a:extLst>
                    <a:ext uri="{FF2B5EF4-FFF2-40B4-BE49-F238E27FC236}">
                      <a16:creationId xmlns:a16="http://schemas.microsoft.com/office/drawing/2014/main" id="{E0EBCC28-C7E7-8684-CE52-409FB1A9F61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0" name="Rectangle 1649">
                  <a:extLst>
                    <a:ext uri="{FF2B5EF4-FFF2-40B4-BE49-F238E27FC236}">
                      <a16:creationId xmlns:a16="http://schemas.microsoft.com/office/drawing/2014/main" id="{6EFDBCCE-1768-8A15-84CC-C27BB9D918A8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1" name="Rectangle 1650">
                  <a:extLst>
                    <a:ext uri="{FF2B5EF4-FFF2-40B4-BE49-F238E27FC236}">
                      <a16:creationId xmlns:a16="http://schemas.microsoft.com/office/drawing/2014/main" id="{217B0C94-8F42-DBC0-784B-B7994F8E438A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2" name="Rectangle 1651">
                  <a:extLst>
                    <a:ext uri="{FF2B5EF4-FFF2-40B4-BE49-F238E27FC236}">
                      <a16:creationId xmlns:a16="http://schemas.microsoft.com/office/drawing/2014/main" id="{E681118C-40FF-6A04-D897-F552BB64A283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3" name="Rectangle 1652">
                  <a:extLst>
                    <a:ext uri="{FF2B5EF4-FFF2-40B4-BE49-F238E27FC236}">
                      <a16:creationId xmlns:a16="http://schemas.microsoft.com/office/drawing/2014/main" id="{7C67F2E5-F0EB-6A8F-C7AF-F0B1D7256153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4" name="Rectangle 1653">
                  <a:extLst>
                    <a:ext uri="{FF2B5EF4-FFF2-40B4-BE49-F238E27FC236}">
                      <a16:creationId xmlns:a16="http://schemas.microsoft.com/office/drawing/2014/main" id="{D2879AD2-7878-2909-9E43-4FD021249CD6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5" name="Rectangle 1654">
                  <a:extLst>
                    <a:ext uri="{FF2B5EF4-FFF2-40B4-BE49-F238E27FC236}">
                      <a16:creationId xmlns:a16="http://schemas.microsoft.com/office/drawing/2014/main" id="{1B7D4496-F923-A3A1-B1A5-5BAA8D349050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6" name="Rectangle 1655">
                  <a:extLst>
                    <a:ext uri="{FF2B5EF4-FFF2-40B4-BE49-F238E27FC236}">
                      <a16:creationId xmlns:a16="http://schemas.microsoft.com/office/drawing/2014/main" id="{1742B501-03F1-896F-0B15-CE6579F6E112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7" name="Rectangle 1656">
                  <a:extLst>
                    <a:ext uri="{FF2B5EF4-FFF2-40B4-BE49-F238E27FC236}">
                      <a16:creationId xmlns:a16="http://schemas.microsoft.com/office/drawing/2014/main" id="{C11956F5-10C5-A643-7B94-CD1E433C2B7A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8" name="Rectangle 1657">
                  <a:extLst>
                    <a:ext uri="{FF2B5EF4-FFF2-40B4-BE49-F238E27FC236}">
                      <a16:creationId xmlns:a16="http://schemas.microsoft.com/office/drawing/2014/main" id="{EEF4A0FA-5754-DBD8-1DA1-41366E13F215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59" name="Rectangle 1658">
                  <a:extLst>
                    <a:ext uri="{FF2B5EF4-FFF2-40B4-BE49-F238E27FC236}">
                      <a16:creationId xmlns:a16="http://schemas.microsoft.com/office/drawing/2014/main" id="{AC8F283E-7D75-1E45-A418-6948C98D86C2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0" name="Rectangle 1659">
                  <a:extLst>
                    <a:ext uri="{FF2B5EF4-FFF2-40B4-BE49-F238E27FC236}">
                      <a16:creationId xmlns:a16="http://schemas.microsoft.com/office/drawing/2014/main" id="{A83AB6C4-69AE-208E-AF4F-57E5DCB5E8CE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1" name="Rectangle 1660">
                  <a:extLst>
                    <a:ext uri="{FF2B5EF4-FFF2-40B4-BE49-F238E27FC236}">
                      <a16:creationId xmlns:a16="http://schemas.microsoft.com/office/drawing/2014/main" id="{38B1B606-DE28-00F6-F494-32EE863C126A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2" name="Rectangle 1661">
                  <a:extLst>
                    <a:ext uri="{FF2B5EF4-FFF2-40B4-BE49-F238E27FC236}">
                      <a16:creationId xmlns:a16="http://schemas.microsoft.com/office/drawing/2014/main" id="{9FE7460A-E13F-DE13-5D81-57BA7AB3E894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3" name="Rectangle 1662">
                  <a:extLst>
                    <a:ext uri="{FF2B5EF4-FFF2-40B4-BE49-F238E27FC236}">
                      <a16:creationId xmlns:a16="http://schemas.microsoft.com/office/drawing/2014/main" id="{233B8598-3F1E-1778-D997-96497BC27DF4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4" name="Rectangle 1663">
                  <a:extLst>
                    <a:ext uri="{FF2B5EF4-FFF2-40B4-BE49-F238E27FC236}">
                      <a16:creationId xmlns:a16="http://schemas.microsoft.com/office/drawing/2014/main" id="{A6189F5F-84A7-6C8D-A9BD-86DAE9882888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5" name="Rectangle 1664">
                  <a:extLst>
                    <a:ext uri="{FF2B5EF4-FFF2-40B4-BE49-F238E27FC236}">
                      <a16:creationId xmlns:a16="http://schemas.microsoft.com/office/drawing/2014/main" id="{84C795CA-AC69-7E4C-C2D1-BDB788E42CEF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6" name="Rectangle 1665">
                  <a:extLst>
                    <a:ext uri="{FF2B5EF4-FFF2-40B4-BE49-F238E27FC236}">
                      <a16:creationId xmlns:a16="http://schemas.microsoft.com/office/drawing/2014/main" id="{30BB1B41-2703-BB2F-2190-8050D1CF4A1A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7" name="Rectangle 1666">
                  <a:extLst>
                    <a:ext uri="{FF2B5EF4-FFF2-40B4-BE49-F238E27FC236}">
                      <a16:creationId xmlns:a16="http://schemas.microsoft.com/office/drawing/2014/main" id="{A8B3A09A-6A6F-926D-4C21-42701CD2EA05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8" name="Rectangle 1667">
                  <a:extLst>
                    <a:ext uri="{FF2B5EF4-FFF2-40B4-BE49-F238E27FC236}">
                      <a16:creationId xmlns:a16="http://schemas.microsoft.com/office/drawing/2014/main" id="{5B00B240-934E-7C37-D266-2A9D2EF7B84F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69" name="Rectangle 1668">
                  <a:extLst>
                    <a:ext uri="{FF2B5EF4-FFF2-40B4-BE49-F238E27FC236}">
                      <a16:creationId xmlns:a16="http://schemas.microsoft.com/office/drawing/2014/main" id="{00797D7B-7438-F7F8-B109-9761E5A0499E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0" name="Rectangle 1669">
                  <a:extLst>
                    <a:ext uri="{FF2B5EF4-FFF2-40B4-BE49-F238E27FC236}">
                      <a16:creationId xmlns:a16="http://schemas.microsoft.com/office/drawing/2014/main" id="{7AD255E0-5FA2-0C7D-572D-8772377C9CD6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1" name="Rectangle 1670">
                  <a:extLst>
                    <a:ext uri="{FF2B5EF4-FFF2-40B4-BE49-F238E27FC236}">
                      <a16:creationId xmlns:a16="http://schemas.microsoft.com/office/drawing/2014/main" id="{DD0D9713-B590-BE11-E7EC-BA95B7FBE759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2" name="Rectangle 1671">
                  <a:extLst>
                    <a:ext uri="{FF2B5EF4-FFF2-40B4-BE49-F238E27FC236}">
                      <a16:creationId xmlns:a16="http://schemas.microsoft.com/office/drawing/2014/main" id="{1D0468D8-D34D-44B7-70F7-C51039D9D3BE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3" name="Rectangle 1672">
                  <a:extLst>
                    <a:ext uri="{FF2B5EF4-FFF2-40B4-BE49-F238E27FC236}">
                      <a16:creationId xmlns:a16="http://schemas.microsoft.com/office/drawing/2014/main" id="{ECB1293D-B340-641F-BF9E-060FEEFB5F74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4" name="Rectangle 1673">
                  <a:extLst>
                    <a:ext uri="{FF2B5EF4-FFF2-40B4-BE49-F238E27FC236}">
                      <a16:creationId xmlns:a16="http://schemas.microsoft.com/office/drawing/2014/main" id="{63130E6B-0923-432C-D6B9-40F8D79738D9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5" name="Rectangle 1674">
                  <a:extLst>
                    <a:ext uri="{FF2B5EF4-FFF2-40B4-BE49-F238E27FC236}">
                      <a16:creationId xmlns:a16="http://schemas.microsoft.com/office/drawing/2014/main" id="{215643C1-3DE5-B76E-358A-898E133BF9DC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6" name="Rectangle 1675">
                  <a:extLst>
                    <a:ext uri="{FF2B5EF4-FFF2-40B4-BE49-F238E27FC236}">
                      <a16:creationId xmlns:a16="http://schemas.microsoft.com/office/drawing/2014/main" id="{9A01A538-6BCD-1452-CA6C-A74868D6AEAF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7" name="Rectangle 1676">
                  <a:extLst>
                    <a:ext uri="{FF2B5EF4-FFF2-40B4-BE49-F238E27FC236}">
                      <a16:creationId xmlns:a16="http://schemas.microsoft.com/office/drawing/2014/main" id="{FED0620B-C3D9-22BD-DE6A-9784A62DBC61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8" name="Rectangle 1677">
                  <a:extLst>
                    <a:ext uri="{FF2B5EF4-FFF2-40B4-BE49-F238E27FC236}">
                      <a16:creationId xmlns:a16="http://schemas.microsoft.com/office/drawing/2014/main" id="{5ACA32E8-6E9A-AB58-F7B3-96C7B4CA4B25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79" name="Rectangle 1678">
                  <a:extLst>
                    <a:ext uri="{FF2B5EF4-FFF2-40B4-BE49-F238E27FC236}">
                      <a16:creationId xmlns:a16="http://schemas.microsoft.com/office/drawing/2014/main" id="{EDE8E0AD-1CD1-EFBF-C0B3-0AD7E31F22FA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80" name="Rectangle 1679">
                  <a:extLst>
                    <a:ext uri="{FF2B5EF4-FFF2-40B4-BE49-F238E27FC236}">
                      <a16:creationId xmlns:a16="http://schemas.microsoft.com/office/drawing/2014/main" id="{F1D27CAD-1AC2-35E4-0F3B-FA824C99D019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77" name="Group 1776">
              <a:extLst>
                <a:ext uri="{FF2B5EF4-FFF2-40B4-BE49-F238E27FC236}">
                  <a16:creationId xmlns:a16="http://schemas.microsoft.com/office/drawing/2014/main" id="{D69E22C8-6078-7A10-C0DC-8CF24696C514}"/>
                </a:ext>
              </a:extLst>
            </p:cNvPr>
            <p:cNvGrpSpPr/>
            <p:nvPr/>
          </p:nvGrpSpPr>
          <p:grpSpPr>
            <a:xfrm>
              <a:off x="9347200" y="0"/>
              <a:ext cx="934720" cy="7477760"/>
              <a:chOff x="0" y="0"/>
              <a:chExt cx="934720" cy="7477760"/>
            </a:xfrm>
          </p:grpSpPr>
          <p:grpSp>
            <p:nvGrpSpPr>
              <p:cNvPr id="1778" name="Group 1777">
                <a:extLst>
                  <a:ext uri="{FF2B5EF4-FFF2-40B4-BE49-F238E27FC236}">
                    <a16:creationId xmlns:a16="http://schemas.microsoft.com/office/drawing/2014/main" id="{0AC76AF5-E712-1012-428B-DBA7720F612D}"/>
                  </a:ext>
                </a:extLst>
              </p:cNvPr>
              <p:cNvGrpSpPr/>
              <p:nvPr/>
            </p:nvGrpSpPr>
            <p:grpSpPr>
              <a:xfrm>
                <a:off x="0" y="0"/>
                <a:ext cx="233680" cy="7477760"/>
                <a:chOff x="0" y="0"/>
                <a:chExt cx="233680" cy="7477760"/>
              </a:xfrm>
            </p:grpSpPr>
            <p:sp>
              <p:nvSpPr>
                <p:cNvPr id="1878" name="Rectangle 1877">
                  <a:extLst>
                    <a:ext uri="{FF2B5EF4-FFF2-40B4-BE49-F238E27FC236}">
                      <a16:creationId xmlns:a16="http://schemas.microsoft.com/office/drawing/2014/main" id="{AD52A32A-3475-4328-F6F7-14053BFFF72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9" name="Rectangle 1878">
                  <a:extLst>
                    <a:ext uri="{FF2B5EF4-FFF2-40B4-BE49-F238E27FC236}">
                      <a16:creationId xmlns:a16="http://schemas.microsoft.com/office/drawing/2014/main" id="{87BC6693-CE1D-ED4B-AC6B-5AC5938F4292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0" name="Rectangle 1879">
                  <a:extLst>
                    <a:ext uri="{FF2B5EF4-FFF2-40B4-BE49-F238E27FC236}">
                      <a16:creationId xmlns:a16="http://schemas.microsoft.com/office/drawing/2014/main" id="{47C19584-5FE9-5E63-E500-22EA96EE576B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1" name="Rectangle 1880">
                  <a:extLst>
                    <a:ext uri="{FF2B5EF4-FFF2-40B4-BE49-F238E27FC236}">
                      <a16:creationId xmlns:a16="http://schemas.microsoft.com/office/drawing/2014/main" id="{BF03F96D-5E96-8334-2828-C6AB2D97B22C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2" name="Rectangle 1881">
                  <a:extLst>
                    <a:ext uri="{FF2B5EF4-FFF2-40B4-BE49-F238E27FC236}">
                      <a16:creationId xmlns:a16="http://schemas.microsoft.com/office/drawing/2014/main" id="{2664FC63-2088-B30B-A5CD-2C12C5E9ED34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3" name="Rectangle 1882">
                  <a:extLst>
                    <a:ext uri="{FF2B5EF4-FFF2-40B4-BE49-F238E27FC236}">
                      <a16:creationId xmlns:a16="http://schemas.microsoft.com/office/drawing/2014/main" id="{04AC510A-FA58-A0CB-10AA-33BF2A206439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4" name="Rectangle 1883">
                  <a:extLst>
                    <a:ext uri="{FF2B5EF4-FFF2-40B4-BE49-F238E27FC236}">
                      <a16:creationId xmlns:a16="http://schemas.microsoft.com/office/drawing/2014/main" id="{102739CC-0B40-26AA-3D6C-F44C641FD801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5" name="Rectangle 1884">
                  <a:extLst>
                    <a:ext uri="{FF2B5EF4-FFF2-40B4-BE49-F238E27FC236}">
                      <a16:creationId xmlns:a16="http://schemas.microsoft.com/office/drawing/2014/main" id="{3115FA53-2FAF-877C-04BD-66B8E31583BA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6" name="Rectangle 1885">
                  <a:extLst>
                    <a:ext uri="{FF2B5EF4-FFF2-40B4-BE49-F238E27FC236}">
                      <a16:creationId xmlns:a16="http://schemas.microsoft.com/office/drawing/2014/main" id="{0C7F288D-8B69-D712-2A8E-6D7BA108825D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7" name="Rectangle 1886">
                  <a:extLst>
                    <a:ext uri="{FF2B5EF4-FFF2-40B4-BE49-F238E27FC236}">
                      <a16:creationId xmlns:a16="http://schemas.microsoft.com/office/drawing/2014/main" id="{3B87E1C4-5999-3F5F-E702-5226FACF06EE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8" name="Rectangle 1887">
                  <a:extLst>
                    <a:ext uri="{FF2B5EF4-FFF2-40B4-BE49-F238E27FC236}">
                      <a16:creationId xmlns:a16="http://schemas.microsoft.com/office/drawing/2014/main" id="{45106773-99D1-B11A-F95C-037BA58435A3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89" name="Rectangle 1888">
                  <a:extLst>
                    <a:ext uri="{FF2B5EF4-FFF2-40B4-BE49-F238E27FC236}">
                      <a16:creationId xmlns:a16="http://schemas.microsoft.com/office/drawing/2014/main" id="{913FC1D2-5E32-3BCA-B5EE-F7F1E253D9FD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0" name="Rectangle 1889">
                  <a:extLst>
                    <a:ext uri="{FF2B5EF4-FFF2-40B4-BE49-F238E27FC236}">
                      <a16:creationId xmlns:a16="http://schemas.microsoft.com/office/drawing/2014/main" id="{4D491DB0-F63A-1FC7-651B-CDA5BD1C67BD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1" name="Rectangle 1890">
                  <a:extLst>
                    <a:ext uri="{FF2B5EF4-FFF2-40B4-BE49-F238E27FC236}">
                      <a16:creationId xmlns:a16="http://schemas.microsoft.com/office/drawing/2014/main" id="{94F61B8D-29E3-705F-B22C-669DF26B24D5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2" name="Rectangle 1891">
                  <a:extLst>
                    <a:ext uri="{FF2B5EF4-FFF2-40B4-BE49-F238E27FC236}">
                      <a16:creationId xmlns:a16="http://schemas.microsoft.com/office/drawing/2014/main" id="{D8B4A5A4-4632-6EDD-5E99-40A2FFD27A2C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3" name="Rectangle 1892">
                  <a:extLst>
                    <a:ext uri="{FF2B5EF4-FFF2-40B4-BE49-F238E27FC236}">
                      <a16:creationId xmlns:a16="http://schemas.microsoft.com/office/drawing/2014/main" id="{6BF48C29-BFF2-9129-3A02-E1F6D6A6CEC0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4" name="Rectangle 1893">
                  <a:extLst>
                    <a:ext uri="{FF2B5EF4-FFF2-40B4-BE49-F238E27FC236}">
                      <a16:creationId xmlns:a16="http://schemas.microsoft.com/office/drawing/2014/main" id="{4C5E5AF1-A231-6CD3-ED2F-0501EDE54BEE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5" name="Rectangle 1894">
                  <a:extLst>
                    <a:ext uri="{FF2B5EF4-FFF2-40B4-BE49-F238E27FC236}">
                      <a16:creationId xmlns:a16="http://schemas.microsoft.com/office/drawing/2014/main" id="{4807C05B-BE11-1765-526C-6DD4250387D7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6" name="Rectangle 1895">
                  <a:extLst>
                    <a:ext uri="{FF2B5EF4-FFF2-40B4-BE49-F238E27FC236}">
                      <a16:creationId xmlns:a16="http://schemas.microsoft.com/office/drawing/2014/main" id="{A017156A-D4AB-31F5-C7A3-87FC1631E556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7" name="Rectangle 1896">
                  <a:extLst>
                    <a:ext uri="{FF2B5EF4-FFF2-40B4-BE49-F238E27FC236}">
                      <a16:creationId xmlns:a16="http://schemas.microsoft.com/office/drawing/2014/main" id="{C5F659CA-BAE7-217B-089C-B0B8D3A96ED3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8" name="Rectangle 1897">
                  <a:extLst>
                    <a:ext uri="{FF2B5EF4-FFF2-40B4-BE49-F238E27FC236}">
                      <a16:creationId xmlns:a16="http://schemas.microsoft.com/office/drawing/2014/main" id="{7076C4A4-F9B2-C323-AFF3-B334796E2C9F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9" name="Rectangle 1898">
                  <a:extLst>
                    <a:ext uri="{FF2B5EF4-FFF2-40B4-BE49-F238E27FC236}">
                      <a16:creationId xmlns:a16="http://schemas.microsoft.com/office/drawing/2014/main" id="{8A22A55C-DED9-984F-1DF9-FBE0A2337EA3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0" name="Rectangle 1899">
                  <a:extLst>
                    <a:ext uri="{FF2B5EF4-FFF2-40B4-BE49-F238E27FC236}">
                      <a16:creationId xmlns:a16="http://schemas.microsoft.com/office/drawing/2014/main" id="{4404EA62-3FEA-9E18-541E-CADF258ACB7F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1" name="Rectangle 1900">
                  <a:extLst>
                    <a:ext uri="{FF2B5EF4-FFF2-40B4-BE49-F238E27FC236}">
                      <a16:creationId xmlns:a16="http://schemas.microsoft.com/office/drawing/2014/main" id="{D8530A6F-6EBB-6DBA-6E9A-A83E8CE1743A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2" name="Rectangle 1901">
                  <a:extLst>
                    <a:ext uri="{FF2B5EF4-FFF2-40B4-BE49-F238E27FC236}">
                      <a16:creationId xmlns:a16="http://schemas.microsoft.com/office/drawing/2014/main" id="{0D10404A-FBEE-1540-CEC4-A5D5F31D8978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3" name="Rectangle 1902">
                  <a:extLst>
                    <a:ext uri="{FF2B5EF4-FFF2-40B4-BE49-F238E27FC236}">
                      <a16:creationId xmlns:a16="http://schemas.microsoft.com/office/drawing/2014/main" id="{162D8BB4-D1E2-87FD-AFAA-2960EC1D2C25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4" name="Rectangle 1903">
                  <a:extLst>
                    <a:ext uri="{FF2B5EF4-FFF2-40B4-BE49-F238E27FC236}">
                      <a16:creationId xmlns:a16="http://schemas.microsoft.com/office/drawing/2014/main" id="{8F4BFAF9-FABE-FCBD-4CE7-758F99F5EA8D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5" name="Rectangle 1904">
                  <a:extLst>
                    <a:ext uri="{FF2B5EF4-FFF2-40B4-BE49-F238E27FC236}">
                      <a16:creationId xmlns:a16="http://schemas.microsoft.com/office/drawing/2014/main" id="{90EB329A-9EB6-4BB8-EF7C-CDB9102256FB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6" name="Rectangle 1905">
                  <a:extLst>
                    <a:ext uri="{FF2B5EF4-FFF2-40B4-BE49-F238E27FC236}">
                      <a16:creationId xmlns:a16="http://schemas.microsoft.com/office/drawing/2014/main" id="{780D8148-F743-FE95-7849-8716F74F6725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7" name="Rectangle 1906">
                  <a:extLst>
                    <a:ext uri="{FF2B5EF4-FFF2-40B4-BE49-F238E27FC236}">
                      <a16:creationId xmlns:a16="http://schemas.microsoft.com/office/drawing/2014/main" id="{32985177-3A20-AFC2-7050-E0D853F21F58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8" name="Rectangle 1907">
                  <a:extLst>
                    <a:ext uri="{FF2B5EF4-FFF2-40B4-BE49-F238E27FC236}">
                      <a16:creationId xmlns:a16="http://schemas.microsoft.com/office/drawing/2014/main" id="{37F49D0A-B00E-14DC-748E-F8A3B72B72AF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09" name="Rectangle 1908">
                  <a:extLst>
                    <a:ext uri="{FF2B5EF4-FFF2-40B4-BE49-F238E27FC236}">
                      <a16:creationId xmlns:a16="http://schemas.microsoft.com/office/drawing/2014/main" id="{FA80365B-A1BD-EAB9-639C-2CE425CEC587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79" name="Group 1778">
                <a:extLst>
                  <a:ext uri="{FF2B5EF4-FFF2-40B4-BE49-F238E27FC236}">
                    <a16:creationId xmlns:a16="http://schemas.microsoft.com/office/drawing/2014/main" id="{B009BC2D-DD06-D644-8823-6AD8DA9D72EF}"/>
                  </a:ext>
                </a:extLst>
              </p:cNvPr>
              <p:cNvGrpSpPr/>
              <p:nvPr/>
            </p:nvGrpSpPr>
            <p:grpSpPr>
              <a:xfrm>
                <a:off x="233680" y="0"/>
                <a:ext cx="233680" cy="7477760"/>
                <a:chOff x="0" y="0"/>
                <a:chExt cx="233680" cy="7477760"/>
              </a:xfrm>
            </p:grpSpPr>
            <p:sp>
              <p:nvSpPr>
                <p:cNvPr id="1846" name="Rectangle 1845">
                  <a:extLst>
                    <a:ext uri="{FF2B5EF4-FFF2-40B4-BE49-F238E27FC236}">
                      <a16:creationId xmlns:a16="http://schemas.microsoft.com/office/drawing/2014/main" id="{8EFCD3A9-81A8-469C-3AB0-58089370FEC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7" name="Rectangle 1846">
                  <a:extLst>
                    <a:ext uri="{FF2B5EF4-FFF2-40B4-BE49-F238E27FC236}">
                      <a16:creationId xmlns:a16="http://schemas.microsoft.com/office/drawing/2014/main" id="{491166B6-2900-75B9-B899-0E189C360F15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8" name="Rectangle 1847">
                  <a:extLst>
                    <a:ext uri="{FF2B5EF4-FFF2-40B4-BE49-F238E27FC236}">
                      <a16:creationId xmlns:a16="http://schemas.microsoft.com/office/drawing/2014/main" id="{387406BC-3A0B-A849-BD8F-279CF3A52A07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9" name="Rectangle 1848">
                  <a:extLst>
                    <a:ext uri="{FF2B5EF4-FFF2-40B4-BE49-F238E27FC236}">
                      <a16:creationId xmlns:a16="http://schemas.microsoft.com/office/drawing/2014/main" id="{377A4F5B-FF8E-B2A7-7022-6C3DFBE37705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0" name="Rectangle 1849">
                  <a:extLst>
                    <a:ext uri="{FF2B5EF4-FFF2-40B4-BE49-F238E27FC236}">
                      <a16:creationId xmlns:a16="http://schemas.microsoft.com/office/drawing/2014/main" id="{2C0BD060-38A3-42CD-80EF-CFC53CAF7FFD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1" name="Rectangle 1850">
                  <a:extLst>
                    <a:ext uri="{FF2B5EF4-FFF2-40B4-BE49-F238E27FC236}">
                      <a16:creationId xmlns:a16="http://schemas.microsoft.com/office/drawing/2014/main" id="{993CE788-5A40-C0B0-B9B6-A9DE918262F4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2" name="Rectangle 1851">
                  <a:extLst>
                    <a:ext uri="{FF2B5EF4-FFF2-40B4-BE49-F238E27FC236}">
                      <a16:creationId xmlns:a16="http://schemas.microsoft.com/office/drawing/2014/main" id="{B60AF91F-3685-2391-A43F-225A11567013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3" name="Rectangle 1852">
                  <a:extLst>
                    <a:ext uri="{FF2B5EF4-FFF2-40B4-BE49-F238E27FC236}">
                      <a16:creationId xmlns:a16="http://schemas.microsoft.com/office/drawing/2014/main" id="{5EA38FE3-1795-37D3-EB84-96BBBD038DE5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4" name="Rectangle 1853">
                  <a:extLst>
                    <a:ext uri="{FF2B5EF4-FFF2-40B4-BE49-F238E27FC236}">
                      <a16:creationId xmlns:a16="http://schemas.microsoft.com/office/drawing/2014/main" id="{3F000682-E2B2-0BEE-D0D4-FF2BAD2E56AA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5" name="Rectangle 1854">
                  <a:extLst>
                    <a:ext uri="{FF2B5EF4-FFF2-40B4-BE49-F238E27FC236}">
                      <a16:creationId xmlns:a16="http://schemas.microsoft.com/office/drawing/2014/main" id="{EE57E0CA-10BA-62DE-2269-A16B0A5E1302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6" name="Rectangle 1855">
                  <a:extLst>
                    <a:ext uri="{FF2B5EF4-FFF2-40B4-BE49-F238E27FC236}">
                      <a16:creationId xmlns:a16="http://schemas.microsoft.com/office/drawing/2014/main" id="{733F31A5-39C4-C0DC-5B66-6BDB62723C5F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7" name="Rectangle 1856">
                  <a:extLst>
                    <a:ext uri="{FF2B5EF4-FFF2-40B4-BE49-F238E27FC236}">
                      <a16:creationId xmlns:a16="http://schemas.microsoft.com/office/drawing/2014/main" id="{AFED9564-8B10-DA36-E3A6-A2FD9A893481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8" name="Rectangle 1857">
                  <a:extLst>
                    <a:ext uri="{FF2B5EF4-FFF2-40B4-BE49-F238E27FC236}">
                      <a16:creationId xmlns:a16="http://schemas.microsoft.com/office/drawing/2014/main" id="{6E0A94BD-7C16-FCC4-A984-D5E33C6EC85E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59" name="Rectangle 1858">
                  <a:extLst>
                    <a:ext uri="{FF2B5EF4-FFF2-40B4-BE49-F238E27FC236}">
                      <a16:creationId xmlns:a16="http://schemas.microsoft.com/office/drawing/2014/main" id="{D447A978-90E9-4B38-D5A9-D65B5828690F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0" name="Rectangle 1859">
                  <a:extLst>
                    <a:ext uri="{FF2B5EF4-FFF2-40B4-BE49-F238E27FC236}">
                      <a16:creationId xmlns:a16="http://schemas.microsoft.com/office/drawing/2014/main" id="{A8E874BE-C017-A608-C65D-6465143FDEBA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1" name="Rectangle 1860">
                  <a:extLst>
                    <a:ext uri="{FF2B5EF4-FFF2-40B4-BE49-F238E27FC236}">
                      <a16:creationId xmlns:a16="http://schemas.microsoft.com/office/drawing/2014/main" id="{3ADDD098-8763-86F0-055A-BABDBC2DFED5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2" name="Rectangle 1861">
                  <a:extLst>
                    <a:ext uri="{FF2B5EF4-FFF2-40B4-BE49-F238E27FC236}">
                      <a16:creationId xmlns:a16="http://schemas.microsoft.com/office/drawing/2014/main" id="{523FF50F-185F-4169-5461-BD5221A84271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3" name="Rectangle 1862">
                  <a:extLst>
                    <a:ext uri="{FF2B5EF4-FFF2-40B4-BE49-F238E27FC236}">
                      <a16:creationId xmlns:a16="http://schemas.microsoft.com/office/drawing/2014/main" id="{4E6BFA96-66E6-BE1E-77D3-55A343F3DAC3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4" name="Rectangle 1863">
                  <a:extLst>
                    <a:ext uri="{FF2B5EF4-FFF2-40B4-BE49-F238E27FC236}">
                      <a16:creationId xmlns:a16="http://schemas.microsoft.com/office/drawing/2014/main" id="{94A9D899-E961-04BD-8A81-23BE0E57AF3F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5" name="Rectangle 1864">
                  <a:extLst>
                    <a:ext uri="{FF2B5EF4-FFF2-40B4-BE49-F238E27FC236}">
                      <a16:creationId xmlns:a16="http://schemas.microsoft.com/office/drawing/2014/main" id="{B313D3E9-85D7-F53D-7478-607602D172E0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6" name="Rectangle 1865">
                  <a:extLst>
                    <a:ext uri="{FF2B5EF4-FFF2-40B4-BE49-F238E27FC236}">
                      <a16:creationId xmlns:a16="http://schemas.microsoft.com/office/drawing/2014/main" id="{601A6126-C540-CC2B-DCFD-936E1C2BF5E0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7" name="Rectangle 1866">
                  <a:extLst>
                    <a:ext uri="{FF2B5EF4-FFF2-40B4-BE49-F238E27FC236}">
                      <a16:creationId xmlns:a16="http://schemas.microsoft.com/office/drawing/2014/main" id="{8E8FB5B0-ED34-CBA5-BBEB-D457755FFCBC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8" name="Rectangle 1867">
                  <a:extLst>
                    <a:ext uri="{FF2B5EF4-FFF2-40B4-BE49-F238E27FC236}">
                      <a16:creationId xmlns:a16="http://schemas.microsoft.com/office/drawing/2014/main" id="{AC7F0DF6-1C63-D99B-F3DE-DFBD262DCDCA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69" name="Rectangle 1868">
                  <a:extLst>
                    <a:ext uri="{FF2B5EF4-FFF2-40B4-BE49-F238E27FC236}">
                      <a16:creationId xmlns:a16="http://schemas.microsoft.com/office/drawing/2014/main" id="{A7A68395-CE44-E1F2-6D26-03568EB68BAB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0" name="Rectangle 1869">
                  <a:extLst>
                    <a:ext uri="{FF2B5EF4-FFF2-40B4-BE49-F238E27FC236}">
                      <a16:creationId xmlns:a16="http://schemas.microsoft.com/office/drawing/2014/main" id="{1DBA9604-3E78-9903-510B-9A2743069008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1" name="Rectangle 1870">
                  <a:extLst>
                    <a:ext uri="{FF2B5EF4-FFF2-40B4-BE49-F238E27FC236}">
                      <a16:creationId xmlns:a16="http://schemas.microsoft.com/office/drawing/2014/main" id="{4E7EC81F-0DC0-83D0-468D-AC2D8E91FB61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2" name="Rectangle 1871">
                  <a:extLst>
                    <a:ext uri="{FF2B5EF4-FFF2-40B4-BE49-F238E27FC236}">
                      <a16:creationId xmlns:a16="http://schemas.microsoft.com/office/drawing/2014/main" id="{DDE580F9-13E0-8695-0038-ECB5AC9C0F08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3" name="Rectangle 1872">
                  <a:extLst>
                    <a:ext uri="{FF2B5EF4-FFF2-40B4-BE49-F238E27FC236}">
                      <a16:creationId xmlns:a16="http://schemas.microsoft.com/office/drawing/2014/main" id="{AA525EEE-7D40-227F-04A6-DB2272AE0DF9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4" name="Rectangle 1873">
                  <a:extLst>
                    <a:ext uri="{FF2B5EF4-FFF2-40B4-BE49-F238E27FC236}">
                      <a16:creationId xmlns:a16="http://schemas.microsoft.com/office/drawing/2014/main" id="{572F54F9-82B5-284D-6508-ED26011EE0DA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5" name="Rectangle 1874">
                  <a:extLst>
                    <a:ext uri="{FF2B5EF4-FFF2-40B4-BE49-F238E27FC236}">
                      <a16:creationId xmlns:a16="http://schemas.microsoft.com/office/drawing/2014/main" id="{E4D3042C-3542-30EA-CBE3-86D89F943F63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6" name="Rectangle 1875">
                  <a:extLst>
                    <a:ext uri="{FF2B5EF4-FFF2-40B4-BE49-F238E27FC236}">
                      <a16:creationId xmlns:a16="http://schemas.microsoft.com/office/drawing/2014/main" id="{FF3B76CB-26FE-2383-2604-07EF21790FD6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77" name="Rectangle 1876">
                  <a:extLst>
                    <a:ext uri="{FF2B5EF4-FFF2-40B4-BE49-F238E27FC236}">
                      <a16:creationId xmlns:a16="http://schemas.microsoft.com/office/drawing/2014/main" id="{C77628DE-B3AE-361A-74A8-4CAA7020F0EB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80" name="Group 1779">
                <a:extLst>
                  <a:ext uri="{FF2B5EF4-FFF2-40B4-BE49-F238E27FC236}">
                    <a16:creationId xmlns:a16="http://schemas.microsoft.com/office/drawing/2014/main" id="{DB1B2707-5AF8-6D1D-9B7C-B9DE956B9AD1}"/>
                  </a:ext>
                </a:extLst>
              </p:cNvPr>
              <p:cNvGrpSpPr/>
              <p:nvPr/>
            </p:nvGrpSpPr>
            <p:grpSpPr>
              <a:xfrm>
                <a:off x="467360" y="0"/>
                <a:ext cx="233680" cy="7477760"/>
                <a:chOff x="0" y="0"/>
                <a:chExt cx="233680" cy="7477760"/>
              </a:xfrm>
            </p:grpSpPr>
            <p:sp>
              <p:nvSpPr>
                <p:cNvPr id="1814" name="Rectangle 1813">
                  <a:extLst>
                    <a:ext uri="{FF2B5EF4-FFF2-40B4-BE49-F238E27FC236}">
                      <a16:creationId xmlns:a16="http://schemas.microsoft.com/office/drawing/2014/main" id="{974DC840-B64E-784F-6DA1-C9C1A1845DD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5" name="Rectangle 1814">
                  <a:extLst>
                    <a:ext uri="{FF2B5EF4-FFF2-40B4-BE49-F238E27FC236}">
                      <a16:creationId xmlns:a16="http://schemas.microsoft.com/office/drawing/2014/main" id="{D307A803-EC3A-F9A3-C32D-FCB0C0847610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6" name="Rectangle 1815">
                  <a:extLst>
                    <a:ext uri="{FF2B5EF4-FFF2-40B4-BE49-F238E27FC236}">
                      <a16:creationId xmlns:a16="http://schemas.microsoft.com/office/drawing/2014/main" id="{0570B014-BD5C-EB40-6234-809E4953D3F8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7" name="Rectangle 1816">
                  <a:extLst>
                    <a:ext uri="{FF2B5EF4-FFF2-40B4-BE49-F238E27FC236}">
                      <a16:creationId xmlns:a16="http://schemas.microsoft.com/office/drawing/2014/main" id="{8EABC85C-BCE8-55AA-24F8-E3D0A19041F0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8" name="Rectangle 1817">
                  <a:extLst>
                    <a:ext uri="{FF2B5EF4-FFF2-40B4-BE49-F238E27FC236}">
                      <a16:creationId xmlns:a16="http://schemas.microsoft.com/office/drawing/2014/main" id="{444A7A43-A017-F2CC-1883-D86F219832A1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9" name="Rectangle 1818">
                  <a:extLst>
                    <a:ext uri="{FF2B5EF4-FFF2-40B4-BE49-F238E27FC236}">
                      <a16:creationId xmlns:a16="http://schemas.microsoft.com/office/drawing/2014/main" id="{26BB106D-8434-10A4-5653-ABFEB73C6DBF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0" name="Rectangle 1819">
                  <a:extLst>
                    <a:ext uri="{FF2B5EF4-FFF2-40B4-BE49-F238E27FC236}">
                      <a16:creationId xmlns:a16="http://schemas.microsoft.com/office/drawing/2014/main" id="{C981A75A-F9D4-13C9-4C5D-F437B0715303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1" name="Rectangle 1820">
                  <a:extLst>
                    <a:ext uri="{FF2B5EF4-FFF2-40B4-BE49-F238E27FC236}">
                      <a16:creationId xmlns:a16="http://schemas.microsoft.com/office/drawing/2014/main" id="{A4A793D2-8051-8239-0EBD-EC733C78CC1A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2" name="Rectangle 1821">
                  <a:extLst>
                    <a:ext uri="{FF2B5EF4-FFF2-40B4-BE49-F238E27FC236}">
                      <a16:creationId xmlns:a16="http://schemas.microsoft.com/office/drawing/2014/main" id="{874D79F0-FED8-6E19-B3AE-8BFF72243632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3" name="Rectangle 1822">
                  <a:extLst>
                    <a:ext uri="{FF2B5EF4-FFF2-40B4-BE49-F238E27FC236}">
                      <a16:creationId xmlns:a16="http://schemas.microsoft.com/office/drawing/2014/main" id="{D2A0A984-4DD9-525B-FD21-51AA35FD9C20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4" name="Rectangle 1823">
                  <a:extLst>
                    <a:ext uri="{FF2B5EF4-FFF2-40B4-BE49-F238E27FC236}">
                      <a16:creationId xmlns:a16="http://schemas.microsoft.com/office/drawing/2014/main" id="{7D903949-D819-FE47-2C08-681523DC6520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5" name="Rectangle 1824">
                  <a:extLst>
                    <a:ext uri="{FF2B5EF4-FFF2-40B4-BE49-F238E27FC236}">
                      <a16:creationId xmlns:a16="http://schemas.microsoft.com/office/drawing/2014/main" id="{1A3FC9C0-1C0C-6C15-4EC1-37F59551259C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6" name="Rectangle 1825">
                  <a:extLst>
                    <a:ext uri="{FF2B5EF4-FFF2-40B4-BE49-F238E27FC236}">
                      <a16:creationId xmlns:a16="http://schemas.microsoft.com/office/drawing/2014/main" id="{E7224F8B-373D-F170-D3F1-4B49F915F86E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7" name="Rectangle 1826">
                  <a:extLst>
                    <a:ext uri="{FF2B5EF4-FFF2-40B4-BE49-F238E27FC236}">
                      <a16:creationId xmlns:a16="http://schemas.microsoft.com/office/drawing/2014/main" id="{A81A2595-1DA9-3589-196A-0898C6FA94ED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8" name="Rectangle 1827">
                  <a:extLst>
                    <a:ext uri="{FF2B5EF4-FFF2-40B4-BE49-F238E27FC236}">
                      <a16:creationId xmlns:a16="http://schemas.microsoft.com/office/drawing/2014/main" id="{0B4DC174-D547-8D69-1989-ACB582A44221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29" name="Rectangle 1828">
                  <a:extLst>
                    <a:ext uri="{FF2B5EF4-FFF2-40B4-BE49-F238E27FC236}">
                      <a16:creationId xmlns:a16="http://schemas.microsoft.com/office/drawing/2014/main" id="{425D3FFD-98A3-493D-2682-E560F17ECEA6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0" name="Rectangle 1829">
                  <a:extLst>
                    <a:ext uri="{FF2B5EF4-FFF2-40B4-BE49-F238E27FC236}">
                      <a16:creationId xmlns:a16="http://schemas.microsoft.com/office/drawing/2014/main" id="{CBF1C8E1-ABE4-B482-577D-8EEC68B2A563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1" name="Rectangle 1830">
                  <a:extLst>
                    <a:ext uri="{FF2B5EF4-FFF2-40B4-BE49-F238E27FC236}">
                      <a16:creationId xmlns:a16="http://schemas.microsoft.com/office/drawing/2014/main" id="{002D476B-145F-F441-8CD6-35699C877D01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2" name="Rectangle 1831">
                  <a:extLst>
                    <a:ext uri="{FF2B5EF4-FFF2-40B4-BE49-F238E27FC236}">
                      <a16:creationId xmlns:a16="http://schemas.microsoft.com/office/drawing/2014/main" id="{B757BFE9-2EDA-8807-D95A-9FCC68B7333D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3" name="Rectangle 1832">
                  <a:extLst>
                    <a:ext uri="{FF2B5EF4-FFF2-40B4-BE49-F238E27FC236}">
                      <a16:creationId xmlns:a16="http://schemas.microsoft.com/office/drawing/2014/main" id="{4D31C7C9-19CE-CC01-A7C1-DB6F88315FC2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4" name="Rectangle 1833">
                  <a:extLst>
                    <a:ext uri="{FF2B5EF4-FFF2-40B4-BE49-F238E27FC236}">
                      <a16:creationId xmlns:a16="http://schemas.microsoft.com/office/drawing/2014/main" id="{8750B852-6E1B-4467-9EBF-58FFE57983B6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5" name="Rectangle 1834">
                  <a:extLst>
                    <a:ext uri="{FF2B5EF4-FFF2-40B4-BE49-F238E27FC236}">
                      <a16:creationId xmlns:a16="http://schemas.microsoft.com/office/drawing/2014/main" id="{6E5BD56C-8DFF-C7A3-F116-84417B53C7C3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6" name="Rectangle 1835">
                  <a:extLst>
                    <a:ext uri="{FF2B5EF4-FFF2-40B4-BE49-F238E27FC236}">
                      <a16:creationId xmlns:a16="http://schemas.microsoft.com/office/drawing/2014/main" id="{2280D710-F6A1-459D-7160-74A5A5EB4949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7" name="Rectangle 1836">
                  <a:extLst>
                    <a:ext uri="{FF2B5EF4-FFF2-40B4-BE49-F238E27FC236}">
                      <a16:creationId xmlns:a16="http://schemas.microsoft.com/office/drawing/2014/main" id="{3FD7EFAD-9C75-054D-4674-B432E302B824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8" name="Rectangle 1837">
                  <a:extLst>
                    <a:ext uri="{FF2B5EF4-FFF2-40B4-BE49-F238E27FC236}">
                      <a16:creationId xmlns:a16="http://schemas.microsoft.com/office/drawing/2014/main" id="{9234E71A-42CA-B2C8-E98B-845CA6D70E61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39" name="Rectangle 1838">
                  <a:extLst>
                    <a:ext uri="{FF2B5EF4-FFF2-40B4-BE49-F238E27FC236}">
                      <a16:creationId xmlns:a16="http://schemas.microsoft.com/office/drawing/2014/main" id="{23DB38C7-087A-36B4-0D3E-FAB888AC9D72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0" name="Rectangle 1839">
                  <a:extLst>
                    <a:ext uri="{FF2B5EF4-FFF2-40B4-BE49-F238E27FC236}">
                      <a16:creationId xmlns:a16="http://schemas.microsoft.com/office/drawing/2014/main" id="{B1D0F086-ED03-5FCE-CAEC-49A41536A5C6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1" name="Rectangle 1840">
                  <a:extLst>
                    <a:ext uri="{FF2B5EF4-FFF2-40B4-BE49-F238E27FC236}">
                      <a16:creationId xmlns:a16="http://schemas.microsoft.com/office/drawing/2014/main" id="{29EAD981-C49F-AB58-51CF-1C388B35532D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2" name="Rectangle 1841">
                  <a:extLst>
                    <a:ext uri="{FF2B5EF4-FFF2-40B4-BE49-F238E27FC236}">
                      <a16:creationId xmlns:a16="http://schemas.microsoft.com/office/drawing/2014/main" id="{CE442179-8884-ADB7-3E3F-1696D45FB7C2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3" name="Rectangle 1842">
                  <a:extLst>
                    <a:ext uri="{FF2B5EF4-FFF2-40B4-BE49-F238E27FC236}">
                      <a16:creationId xmlns:a16="http://schemas.microsoft.com/office/drawing/2014/main" id="{797FAE52-3AF9-B265-90F5-3D07085F61B8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4" name="Rectangle 1843">
                  <a:extLst>
                    <a:ext uri="{FF2B5EF4-FFF2-40B4-BE49-F238E27FC236}">
                      <a16:creationId xmlns:a16="http://schemas.microsoft.com/office/drawing/2014/main" id="{0CE3D0AD-59B9-8370-125D-F6E3E9354680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45" name="Rectangle 1844">
                  <a:extLst>
                    <a:ext uri="{FF2B5EF4-FFF2-40B4-BE49-F238E27FC236}">
                      <a16:creationId xmlns:a16="http://schemas.microsoft.com/office/drawing/2014/main" id="{76421B28-4B45-4BAD-FB4E-E77EED0933F8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781" name="Group 1780">
                <a:extLst>
                  <a:ext uri="{FF2B5EF4-FFF2-40B4-BE49-F238E27FC236}">
                    <a16:creationId xmlns:a16="http://schemas.microsoft.com/office/drawing/2014/main" id="{5A478A24-9328-6A51-3BFF-C8C3882DB08F}"/>
                  </a:ext>
                </a:extLst>
              </p:cNvPr>
              <p:cNvGrpSpPr/>
              <p:nvPr/>
            </p:nvGrpSpPr>
            <p:grpSpPr>
              <a:xfrm>
                <a:off x="701040" y="0"/>
                <a:ext cx="233680" cy="7477760"/>
                <a:chOff x="0" y="0"/>
                <a:chExt cx="233680" cy="7477760"/>
              </a:xfrm>
            </p:grpSpPr>
            <p:sp>
              <p:nvSpPr>
                <p:cNvPr id="1782" name="Rectangle 1781">
                  <a:extLst>
                    <a:ext uri="{FF2B5EF4-FFF2-40B4-BE49-F238E27FC236}">
                      <a16:creationId xmlns:a16="http://schemas.microsoft.com/office/drawing/2014/main" id="{694FC7F9-AFBE-6D7F-A3B2-69546C9AAF4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3" name="Rectangle 1782">
                  <a:extLst>
                    <a:ext uri="{FF2B5EF4-FFF2-40B4-BE49-F238E27FC236}">
                      <a16:creationId xmlns:a16="http://schemas.microsoft.com/office/drawing/2014/main" id="{B374A0FC-F646-056B-F4EE-FD6D1B7BB6F2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4" name="Rectangle 1783">
                  <a:extLst>
                    <a:ext uri="{FF2B5EF4-FFF2-40B4-BE49-F238E27FC236}">
                      <a16:creationId xmlns:a16="http://schemas.microsoft.com/office/drawing/2014/main" id="{3595E604-8B39-D3F1-5BF2-91DC537A8E93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5" name="Rectangle 1784">
                  <a:extLst>
                    <a:ext uri="{FF2B5EF4-FFF2-40B4-BE49-F238E27FC236}">
                      <a16:creationId xmlns:a16="http://schemas.microsoft.com/office/drawing/2014/main" id="{AD27FA23-9F7A-E329-0A2D-561D1A5F9A8B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6" name="Rectangle 1785">
                  <a:extLst>
                    <a:ext uri="{FF2B5EF4-FFF2-40B4-BE49-F238E27FC236}">
                      <a16:creationId xmlns:a16="http://schemas.microsoft.com/office/drawing/2014/main" id="{4CAC7F51-C9B3-DA8B-EF1E-96F7A0B81758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7" name="Rectangle 1786">
                  <a:extLst>
                    <a:ext uri="{FF2B5EF4-FFF2-40B4-BE49-F238E27FC236}">
                      <a16:creationId xmlns:a16="http://schemas.microsoft.com/office/drawing/2014/main" id="{2D83D20C-BDD0-8B59-6C3D-668A6B366246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8" name="Rectangle 1787">
                  <a:extLst>
                    <a:ext uri="{FF2B5EF4-FFF2-40B4-BE49-F238E27FC236}">
                      <a16:creationId xmlns:a16="http://schemas.microsoft.com/office/drawing/2014/main" id="{763AB322-7D4E-0365-2484-81C6AA27EB9E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89" name="Rectangle 1788">
                  <a:extLst>
                    <a:ext uri="{FF2B5EF4-FFF2-40B4-BE49-F238E27FC236}">
                      <a16:creationId xmlns:a16="http://schemas.microsoft.com/office/drawing/2014/main" id="{4252495A-F199-2AA9-2B21-A6212388E14E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0" name="Rectangle 1789">
                  <a:extLst>
                    <a:ext uri="{FF2B5EF4-FFF2-40B4-BE49-F238E27FC236}">
                      <a16:creationId xmlns:a16="http://schemas.microsoft.com/office/drawing/2014/main" id="{CF58F5DE-4E4F-CB6A-8F78-2244FE46C322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1" name="Rectangle 1790">
                  <a:extLst>
                    <a:ext uri="{FF2B5EF4-FFF2-40B4-BE49-F238E27FC236}">
                      <a16:creationId xmlns:a16="http://schemas.microsoft.com/office/drawing/2014/main" id="{954E77E6-5E39-940A-760C-5B7E6916AE7B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2" name="Rectangle 1791">
                  <a:extLst>
                    <a:ext uri="{FF2B5EF4-FFF2-40B4-BE49-F238E27FC236}">
                      <a16:creationId xmlns:a16="http://schemas.microsoft.com/office/drawing/2014/main" id="{E570F5C8-5B46-0554-5868-2CEE3D03356D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3" name="Rectangle 1792">
                  <a:extLst>
                    <a:ext uri="{FF2B5EF4-FFF2-40B4-BE49-F238E27FC236}">
                      <a16:creationId xmlns:a16="http://schemas.microsoft.com/office/drawing/2014/main" id="{004ED692-B09E-5968-2AF0-23C78E6E920A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4" name="Rectangle 1793">
                  <a:extLst>
                    <a:ext uri="{FF2B5EF4-FFF2-40B4-BE49-F238E27FC236}">
                      <a16:creationId xmlns:a16="http://schemas.microsoft.com/office/drawing/2014/main" id="{2660D87D-A953-237A-595A-3F6A864AF62A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5" name="Rectangle 1794">
                  <a:extLst>
                    <a:ext uri="{FF2B5EF4-FFF2-40B4-BE49-F238E27FC236}">
                      <a16:creationId xmlns:a16="http://schemas.microsoft.com/office/drawing/2014/main" id="{FB5438ED-69F2-AC0B-74BD-1CBA8827B79C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6" name="Rectangle 1795">
                  <a:extLst>
                    <a:ext uri="{FF2B5EF4-FFF2-40B4-BE49-F238E27FC236}">
                      <a16:creationId xmlns:a16="http://schemas.microsoft.com/office/drawing/2014/main" id="{910965BA-C520-CC8C-43A0-53DCC9DCFE7B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7" name="Rectangle 1796">
                  <a:extLst>
                    <a:ext uri="{FF2B5EF4-FFF2-40B4-BE49-F238E27FC236}">
                      <a16:creationId xmlns:a16="http://schemas.microsoft.com/office/drawing/2014/main" id="{74DC7439-5DF3-D767-C671-0AC6604B021C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8" name="Rectangle 1797">
                  <a:extLst>
                    <a:ext uri="{FF2B5EF4-FFF2-40B4-BE49-F238E27FC236}">
                      <a16:creationId xmlns:a16="http://schemas.microsoft.com/office/drawing/2014/main" id="{CB91C03A-9A7D-01E9-F246-89ADDEC2CC4F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99" name="Rectangle 1798">
                  <a:extLst>
                    <a:ext uri="{FF2B5EF4-FFF2-40B4-BE49-F238E27FC236}">
                      <a16:creationId xmlns:a16="http://schemas.microsoft.com/office/drawing/2014/main" id="{B22E7217-24C1-2177-8592-C14EA9D96EB8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0" name="Rectangle 1799">
                  <a:extLst>
                    <a:ext uri="{FF2B5EF4-FFF2-40B4-BE49-F238E27FC236}">
                      <a16:creationId xmlns:a16="http://schemas.microsoft.com/office/drawing/2014/main" id="{57A0C180-719C-9D47-5AC1-87D5B9B2D1CB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1" name="Rectangle 1800">
                  <a:extLst>
                    <a:ext uri="{FF2B5EF4-FFF2-40B4-BE49-F238E27FC236}">
                      <a16:creationId xmlns:a16="http://schemas.microsoft.com/office/drawing/2014/main" id="{9017B6DC-1BCF-96F4-898B-1AACB5CEB006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2" name="Rectangle 1801">
                  <a:extLst>
                    <a:ext uri="{FF2B5EF4-FFF2-40B4-BE49-F238E27FC236}">
                      <a16:creationId xmlns:a16="http://schemas.microsoft.com/office/drawing/2014/main" id="{B59AB797-30CD-4E4D-A13F-2A572A472654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3" name="Rectangle 1802">
                  <a:extLst>
                    <a:ext uri="{FF2B5EF4-FFF2-40B4-BE49-F238E27FC236}">
                      <a16:creationId xmlns:a16="http://schemas.microsoft.com/office/drawing/2014/main" id="{A31E213C-768C-17D3-1AE2-6A9D52E582A7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4" name="Rectangle 1803">
                  <a:extLst>
                    <a:ext uri="{FF2B5EF4-FFF2-40B4-BE49-F238E27FC236}">
                      <a16:creationId xmlns:a16="http://schemas.microsoft.com/office/drawing/2014/main" id="{17858545-EE8A-3732-DD19-F29D85C1D3D1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5" name="Rectangle 1804">
                  <a:extLst>
                    <a:ext uri="{FF2B5EF4-FFF2-40B4-BE49-F238E27FC236}">
                      <a16:creationId xmlns:a16="http://schemas.microsoft.com/office/drawing/2014/main" id="{0045D153-C6DA-FA37-4B52-35B46742E1E8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6" name="Rectangle 1805">
                  <a:extLst>
                    <a:ext uri="{FF2B5EF4-FFF2-40B4-BE49-F238E27FC236}">
                      <a16:creationId xmlns:a16="http://schemas.microsoft.com/office/drawing/2014/main" id="{F8F1CEFD-AC9B-A1B3-6733-C5ECC204B828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7" name="Rectangle 1806">
                  <a:extLst>
                    <a:ext uri="{FF2B5EF4-FFF2-40B4-BE49-F238E27FC236}">
                      <a16:creationId xmlns:a16="http://schemas.microsoft.com/office/drawing/2014/main" id="{CC300DAD-06E6-AE0D-3C2F-D0091B6DF06E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8" name="Rectangle 1807">
                  <a:extLst>
                    <a:ext uri="{FF2B5EF4-FFF2-40B4-BE49-F238E27FC236}">
                      <a16:creationId xmlns:a16="http://schemas.microsoft.com/office/drawing/2014/main" id="{0902FF3B-FFDD-E918-23F4-6C6F33FC3517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09" name="Rectangle 1808">
                  <a:extLst>
                    <a:ext uri="{FF2B5EF4-FFF2-40B4-BE49-F238E27FC236}">
                      <a16:creationId xmlns:a16="http://schemas.microsoft.com/office/drawing/2014/main" id="{CE5A39CC-4B10-81E5-2ABA-B4EB9496B5D3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0" name="Rectangle 1809">
                  <a:extLst>
                    <a:ext uri="{FF2B5EF4-FFF2-40B4-BE49-F238E27FC236}">
                      <a16:creationId xmlns:a16="http://schemas.microsoft.com/office/drawing/2014/main" id="{C4B931C3-5C6F-A615-6A26-A3F19751100B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1" name="Rectangle 1810">
                  <a:extLst>
                    <a:ext uri="{FF2B5EF4-FFF2-40B4-BE49-F238E27FC236}">
                      <a16:creationId xmlns:a16="http://schemas.microsoft.com/office/drawing/2014/main" id="{12F23C8D-BB34-27CD-8775-592AEBC4A9A0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2" name="Rectangle 1811">
                  <a:extLst>
                    <a:ext uri="{FF2B5EF4-FFF2-40B4-BE49-F238E27FC236}">
                      <a16:creationId xmlns:a16="http://schemas.microsoft.com/office/drawing/2014/main" id="{2629C57F-053F-7DF2-8BE2-16D42BD0F2C0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13" name="Rectangle 1812">
                  <a:extLst>
                    <a:ext uri="{FF2B5EF4-FFF2-40B4-BE49-F238E27FC236}">
                      <a16:creationId xmlns:a16="http://schemas.microsoft.com/office/drawing/2014/main" id="{2EB5CA48-E26F-BD00-3027-39F5A40BF0E9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910" name="Group 1909">
              <a:extLst>
                <a:ext uri="{FF2B5EF4-FFF2-40B4-BE49-F238E27FC236}">
                  <a16:creationId xmlns:a16="http://schemas.microsoft.com/office/drawing/2014/main" id="{16561D73-C372-2158-9482-9ADDFE5327CB}"/>
                </a:ext>
              </a:extLst>
            </p:cNvPr>
            <p:cNvGrpSpPr/>
            <p:nvPr/>
          </p:nvGrpSpPr>
          <p:grpSpPr>
            <a:xfrm>
              <a:off x="10281920" y="0"/>
              <a:ext cx="934720" cy="7477760"/>
              <a:chOff x="0" y="0"/>
              <a:chExt cx="934720" cy="7477760"/>
            </a:xfrm>
          </p:grpSpPr>
          <p:grpSp>
            <p:nvGrpSpPr>
              <p:cNvPr id="1911" name="Group 1910">
                <a:extLst>
                  <a:ext uri="{FF2B5EF4-FFF2-40B4-BE49-F238E27FC236}">
                    <a16:creationId xmlns:a16="http://schemas.microsoft.com/office/drawing/2014/main" id="{6B13CBD4-FD4A-F513-C4DA-970409FFFDF6}"/>
                  </a:ext>
                </a:extLst>
              </p:cNvPr>
              <p:cNvGrpSpPr/>
              <p:nvPr/>
            </p:nvGrpSpPr>
            <p:grpSpPr>
              <a:xfrm>
                <a:off x="0" y="0"/>
                <a:ext cx="233680" cy="7477760"/>
                <a:chOff x="0" y="0"/>
                <a:chExt cx="233680" cy="7477760"/>
              </a:xfrm>
            </p:grpSpPr>
            <p:sp>
              <p:nvSpPr>
                <p:cNvPr id="2011" name="Rectangle 2010">
                  <a:extLst>
                    <a:ext uri="{FF2B5EF4-FFF2-40B4-BE49-F238E27FC236}">
                      <a16:creationId xmlns:a16="http://schemas.microsoft.com/office/drawing/2014/main" id="{4C777987-8685-CD21-8A76-89487BB8547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2" name="Rectangle 2011">
                  <a:extLst>
                    <a:ext uri="{FF2B5EF4-FFF2-40B4-BE49-F238E27FC236}">
                      <a16:creationId xmlns:a16="http://schemas.microsoft.com/office/drawing/2014/main" id="{8C4ABD4C-6B77-8D9E-0EF4-7FE82FD009A6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3" name="Rectangle 2012">
                  <a:extLst>
                    <a:ext uri="{FF2B5EF4-FFF2-40B4-BE49-F238E27FC236}">
                      <a16:creationId xmlns:a16="http://schemas.microsoft.com/office/drawing/2014/main" id="{C0C0DC41-E2E2-DC5C-860B-31697D9047DB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4" name="Rectangle 2013">
                  <a:extLst>
                    <a:ext uri="{FF2B5EF4-FFF2-40B4-BE49-F238E27FC236}">
                      <a16:creationId xmlns:a16="http://schemas.microsoft.com/office/drawing/2014/main" id="{8744234E-92F7-2E10-D2E0-2ACE2A1F81F8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5" name="Rectangle 2014">
                  <a:extLst>
                    <a:ext uri="{FF2B5EF4-FFF2-40B4-BE49-F238E27FC236}">
                      <a16:creationId xmlns:a16="http://schemas.microsoft.com/office/drawing/2014/main" id="{FD626A2E-F5A6-5A26-ED34-B386BDF3565B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6" name="Rectangle 2015">
                  <a:extLst>
                    <a:ext uri="{FF2B5EF4-FFF2-40B4-BE49-F238E27FC236}">
                      <a16:creationId xmlns:a16="http://schemas.microsoft.com/office/drawing/2014/main" id="{5C4E18BA-14CA-F418-CD3D-8F9721F84EB4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7" name="Rectangle 2016">
                  <a:extLst>
                    <a:ext uri="{FF2B5EF4-FFF2-40B4-BE49-F238E27FC236}">
                      <a16:creationId xmlns:a16="http://schemas.microsoft.com/office/drawing/2014/main" id="{F3D1B3F1-FAFB-20E7-2008-457B523A6088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8" name="Rectangle 2017">
                  <a:extLst>
                    <a:ext uri="{FF2B5EF4-FFF2-40B4-BE49-F238E27FC236}">
                      <a16:creationId xmlns:a16="http://schemas.microsoft.com/office/drawing/2014/main" id="{FE9BCCA7-4772-005A-EF8C-64CE514BB264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9" name="Rectangle 2018">
                  <a:extLst>
                    <a:ext uri="{FF2B5EF4-FFF2-40B4-BE49-F238E27FC236}">
                      <a16:creationId xmlns:a16="http://schemas.microsoft.com/office/drawing/2014/main" id="{5931A84B-E9BB-A808-7E8C-D50A220EA7FF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0" name="Rectangle 2019">
                  <a:extLst>
                    <a:ext uri="{FF2B5EF4-FFF2-40B4-BE49-F238E27FC236}">
                      <a16:creationId xmlns:a16="http://schemas.microsoft.com/office/drawing/2014/main" id="{4F05EBDB-5BE6-D284-9860-73DB3503AF0D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1" name="Rectangle 2020">
                  <a:extLst>
                    <a:ext uri="{FF2B5EF4-FFF2-40B4-BE49-F238E27FC236}">
                      <a16:creationId xmlns:a16="http://schemas.microsoft.com/office/drawing/2014/main" id="{768829DD-CE7A-C327-1C3C-FEF96E89C0A1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2" name="Rectangle 2021">
                  <a:extLst>
                    <a:ext uri="{FF2B5EF4-FFF2-40B4-BE49-F238E27FC236}">
                      <a16:creationId xmlns:a16="http://schemas.microsoft.com/office/drawing/2014/main" id="{2859FFE0-1088-2550-F821-D63A7D6DE7DF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3" name="Rectangle 2022">
                  <a:extLst>
                    <a:ext uri="{FF2B5EF4-FFF2-40B4-BE49-F238E27FC236}">
                      <a16:creationId xmlns:a16="http://schemas.microsoft.com/office/drawing/2014/main" id="{9659F31C-7514-9986-C79C-DB97EC26BD35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4" name="Rectangle 2023">
                  <a:extLst>
                    <a:ext uri="{FF2B5EF4-FFF2-40B4-BE49-F238E27FC236}">
                      <a16:creationId xmlns:a16="http://schemas.microsoft.com/office/drawing/2014/main" id="{0E307A99-0704-6A5A-C869-C182B2867CD5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5" name="Rectangle 2024">
                  <a:extLst>
                    <a:ext uri="{FF2B5EF4-FFF2-40B4-BE49-F238E27FC236}">
                      <a16:creationId xmlns:a16="http://schemas.microsoft.com/office/drawing/2014/main" id="{3269177D-4A1B-9C6E-EF3C-24EE6CAB40A8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6" name="Rectangle 2025">
                  <a:extLst>
                    <a:ext uri="{FF2B5EF4-FFF2-40B4-BE49-F238E27FC236}">
                      <a16:creationId xmlns:a16="http://schemas.microsoft.com/office/drawing/2014/main" id="{5F0252C6-E865-C5A5-8933-3F39D8CC06BB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7" name="Rectangle 2026">
                  <a:extLst>
                    <a:ext uri="{FF2B5EF4-FFF2-40B4-BE49-F238E27FC236}">
                      <a16:creationId xmlns:a16="http://schemas.microsoft.com/office/drawing/2014/main" id="{F76595C6-D8F7-6972-C5FC-5711A194EFBE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8" name="Rectangle 2027">
                  <a:extLst>
                    <a:ext uri="{FF2B5EF4-FFF2-40B4-BE49-F238E27FC236}">
                      <a16:creationId xmlns:a16="http://schemas.microsoft.com/office/drawing/2014/main" id="{26B127FB-5E1E-8439-8A3D-3341433856A2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29" name="Rectangle 2028">
                  <a:extLst>
                    <a:ext uri="{FF2B5EF4-FFF2-40B4-BE49-F238E27FC236}">
                      <a16:creationId xmlns:a16="http://schemas.microsoft.com/office/drawing/2014/main" id="{8B83C4F2-1F1A-335C-5814-B93C2811C7BC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0" name="Rectangle 2029">
                  <a:extLst>
                    <a:ext uri="{FF2B5EF4-FFF2-40B4-BE49-F238E27FC236}">
                      <a16:creationId xmlns:a16="http://schemas.microsoft.com/office/drawing/2014/main" id="{90C0B722-F080-D1DA-87F9-68B9A3870AE7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1" name="Rectangle 2030">
                  <a:extLst>
                    <a:ext uri="{FF2B5EF4-FFF2-40B4-BE49-F238E27FC236}">
                      <a16:creationId xmlns:a16="http://schemas.microsoft.com/office/drawing/2014/main" id="{74E17A5C-411C-C4DC-4231-B288E4DC5C2F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2" name="Rectangle 2031">
                  <a:extLst>
                    <a:ext uri="{FF2B5EF4-FFF2-40B4-BE49-F238E27FC236}">
                      <a16:creationId xmlns:a16="http://schemas.microsoft.com/office/drawing/2014/main" id="{97785F9A-03F1-2CCA-39BA-D79BD487D3F5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3" name="Rectangle 2032">
                  <a:extLst>
                    <a:ext uri="{FF2B5EF4-FFF2-40B4-BE49-F238E27FC236}">
                      <a16:creationId xmlns:a16="http://schemas.microsoft.com/office/drawing/2014/main" id="{7E1D36E3-1A5C-E439-1BEA-3B3F8753BB15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4" name="Rectangle 2033">
                  <a:extLst>
                    <a:ext uri="{FF2B5EF4-FFF2-40B4-BE49-F238E27FC236}">
                      <a16:creationId xmlns:a16="http://schemas.microsoft.com/office/drawing/2014/main" id="{7DAE6568-FC3C-4CAF-D417-3A83E1927CD1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5" name="Rectangle 2034">
                  <a:extLst>
                    <a:ext uri="{FF2B5EF4-FFF2-40B4-BE49-F238E27FC236}">
                      <a16:creationId xmlns:a16="http://schemas.microsoft.com/office/drawing/2014/main" id="{86D152E1-A983-F08D-411F-E05070FE19B0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6" name="Rectangle 2035">
                  <a:extLst>
                    <a:ext uri="{FF2B5EF4-FFF2-40B4-BE49-F238E27FC236}">
                      <a16:creationId xmlns:a16="http://schemas.microsoft.com/office/drawing/2014/main" id="{AC2EB029-B6DC-E305-5D4A-18250CB8F24F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7" name="Rectangle 2036">
                  <a:extLst>
                    <a:ext uri="{FF2B5EF4-FFF2-40B4-BE49-F238E27FC236}">
                      <a16:creationId xmlns:a16="http://schemas.microsoft.com/office/drawing/2014/main" id="{50BACBAF-4E25-7AA2-368B-EB4E88FDB384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8" name="Rectangle 2037">
                  <a:extLst>
                    <a:ext uri="{FF2B5EF4-FFF2-40B4-BE49-F238E27FC236}">
                      <a16:creationId xmlns:a16="http://schemas.microsoft.com/office/drawing/2014/main" id="{69C450F4-0F38-32EA-3DED-4A6D48C498E1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39" name="Rectangle 2038">
                  <a:extLst>
                    <a:ext uri="{FF2B5EF4-FFF2-40B4-BE49-F238E27FC236}">
                      <a16:creationId xmlns:a16="http://schemas.microsoft.com/office/drawing/2014/main" id="{F425C39E-201E-E08E-3356-CD1E84458438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0" name="Rectangle 2039">
                  <a:extLst>
                    <a:ext uri="{FF2B5EF4-FFF2-40B4-BE49-F238E27FC236}">
                      <a16:creationId xmlns:a16="http://schemas.microsoft.com/office/drawing/2014/main" id="{D14124C8-8047-F874-1E54-EA267F6A589C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1" name="Rectangle 2040">
                  <a:extLst>
                    <a:ext uri="{FF2B5EF4-FFF2-40B4-BE49-F238E27FC236}">
                      <a16:creationId xmlns:a16="http://schemas.microsoft.com/office/drawing/2014/main" id="{9CA057EE-F760-7E5F-9169-5B8E4FA0A16F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2" name="Rectangle 2041">
                  <a:extLst>
                    <a:ext uri="{FF2B5EF4-FFF2-40B4-BE49-F238E27FC236}">
                      <a16:creationId xmlns:a16="http://schemas.microsoft.com/office/drawing/2014/main" id="{3A956AF9-586E-17F8-9529-5659FE1CB3F8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12" name="Group 1911">
                <a:extLst>
                  <a:ext uri="{FF2B5EF4-FFF2-40B4-BE49-F238E27FC236}">
                    <a16:creationId xmlns:a16="http://schemas.microsoft.com/office/drawing/2014/main" id="{67145254-8B4A-7635-4D20-D73FF6F54824}"/>
                  </a:ext>
                </a:extLst>
              </p:cNvPr>
              <p:cNvGrpSpPr/>
              <p:nvPr/>
            </p:nvGrpSpPr>
            <p:grpSpPr>
              <a:xfrm>
                <a:off x="233680" y="0"/>
                <a:ext cx="233680" cy="7477760"/>
                <a:chOff x="0" y="0"/>
                <a:chExt cx="233680" cy="7477760"/>
              </a:xfrm>
            </p:grpSpPr>
            <p:sp>
              <p:nvSpPr>
                <p:cNvPr id="1979" name="Rectangle 1978">
                  <a:extLst>
                    <a:ext uri="{FF2B5EF4-FFF2-40B4-BE49-F238E27FC236}">
                      <a16:creationId xmlns:a16="http://schemas.microsoft.com/office/drawing/2014/main" id="{D6ABB341-129E-7524-C049-42AF44DA677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0" name="Rectangle 1979">
                  <a:extLst>
                    <a:ext uri="{FF2B5EF4-FFF2-40B4-BE49-F238E27FC236}">
                      <a16:creationId xmlns:a16="http://schemas.microsoft.com/office/drawing/2014/main" id="{F392B706-01DB-9F92-FCFE-D4F3490ED5D1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1" name="Rectangle 1980">
                  <a:extLst>
                    <a:ext uri="{FF2B5EF4-FFF2-40B4-BE49-F238E27FC236}">
                      <a16:creationId xmlns:a16="http://schemas.microsoft.com/office/drawing/2014/main" id="{6A23FB75-D21B-D758-3124-69BD499C2FD4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2" name="Rectangle 1981">
                  <a:extLst>
                    <a:ext uri="{FF2B5EF4-FFF2-40B4-BE49-F238E27FC236}">
                      <a16:creationId xmlns:a16="http://schemas.microsoft.com/office/drawing/2014/main" id="{1F422EDA-3D5A-E878-9C1C-838C3F799774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3" name="Rectangle 1982">
                  <a:extLst>
                    <a:ext uri="{FF2B5EF4-FFF2-40B4-BE49-F238E27FC236}">
                      <a16:creationId xmlns:a16="http://schemas.microsoft.com/office/drawing/2014/main" id="{FD33AA05-3A17-838C-9853-F2B22C96961F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4" name="Rectangle 1983">
                  <a:extLst>
                    <a:ext uri="{FF2B5EF4-FFF2-40B4-BE49-F238E27FC236}">
                      <a16:creationId xmlns:a16="http://schemas.microsoft.com/office/drawing/2014/main" id="{E4111E50-10E7-FB9F-59D4-66EA383C6902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5" name="Rectangle 1984">
                  <a:extLst>
                    <a:ext uri="{FF2B5EF4-FFF2-40B4-BE49-F238E27FC236}">
                      <a16:creationId xmlns:a16="http://schemas.microsoft.com/office/drawing/2014/main" id="{BE62F5BA-F0A5-2341-3B0A-FE3742639DD1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6" name="Rectangle 1985">
                  <a:extLst>
                    <a:ext uri="{FF2B5EF4-FFF2-40B4-BE49-F238E27FC236}">
                      <a16:creationId xmlns:a16="http://schemas.microsoft.com/office/drawing/2014/main" id="{0165660A-9998-8629-7662-A91C7E1B9035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7" name="Rectangle 1986">
                  <a:extLst>
                    <a:ext uri="{FF2B5EF4-FFF2-40B4-BE49-F238E27FC236}">
                      <a16:creationId xmlns:a16="http://schemas.microsoft.com/office/drawing/2014/main" id="{F043C91B-DDBB-6304-3FFC-E360AEBD5CEB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8" name="Rectangle 1987">
                  <a:extLst>
                    <a:ext uri="{FF2B5EF4-FFF2-40B4-BE49-F238E27FC236}">
                      <a16:creationId xmlns:a16="http://schemas.microsoft.com/office/drawing/2014/main" id="{86159781-2C13-9E2F-D2B5-5676C98884F8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89" name="Rectangle 1988">
                  <a:extLst>
                    <a:ext uri="{FF2B5EF4-FFF2-40B4-BE49-F238E27FC236}">
                      <a16:creationId xmlns:a16="http://schemas.microsoft.com/office/drawing/2014/main" id="{829DB050-E543-86E1-0A52-45F80342F973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0" name="Rectangle 1989">
                  <a:extLst>
                    <a:ext uri="{FF2B5EF4-FFF2-40B4-BE49-F238E27FC236}">
                      <a16:creationId xmlns:a16="http://schemas.microsoft.com/office/drawing/2014/main" id="{ACEB35DE-140E-33CE-8178-23130F59B007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1" name="Rectangle 1990">
                  <a:extLst>
                    <a:ext uri="{FF2B5EF4-FFF2-40B4-BE49-F238E27FC236}">
                      <a16:creationId xmlns:a16="http://schemas.microsoft.com/office/drawing/2014/main" id="{65A6AEF5-DDD3-A516-A57F-15C04F6B8223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2" name="Rectangle 1991">
                  <a:extLst>
                    <a:ext uri="{FF2B5EF4-FFF2-40B4-BE49-F238E27FC236}">
                      <a16:creationId xmlns:a16="http://schemas.microsoft.com/office/drawing/2014/main" id="{1A0730B4-2791-2C89-8B35-55FCA4EEE2CB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3" name="Rectangle 1992">
                  <a:extLst>
                    <a:ext uri="{FF2B5EF4-FFF2-40B4-BE49-F238E27FC236}">
                      <a16:creationId xmlns:a16="http://schemas.microsoft.com/office/drawing/2014/main" id="{2051C7BB-F0D6-0BEA-9FEC-A1090B9957C4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4" name="Rectangle 1993">
                  <a:extLst>
                    <a:ext uri="{FF2B5EF4-FFF2-40B4-BE49-F238E27FC236}">
                      <a16:creationId xmlns:a16="http://schemas.microsoft.com/office/drawing/2014/main" id="{20143174-183A-EDE5-A809-5E27DB05FB90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5" name="Rectangle 1994">
                  <a:extLst>
                    <a:ext uri="{FF2B5EF4-FFF2-40B4-BE49-F238E27FC236}">
                      <a16:creationId xmlns:a16="http://schemas.microsoft.com/office/drawing/2014/main" id="{552A9483-4522-4E92-1C56-C7048C99F8FD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6" name="Rectangle 1995">
                  <a:extLst>
                    <a:ext uri="{FF2B5EF4-FFF2-40B4-BE49-F238E27FC236}">
                      <a16:creationId xmlns:a16="http://schemas.microsoft.com/office/drawing/2014/main" id="{815E23DA-43DF-28E0-CA8E-9D3F04A30373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7" name="Rectangle 1996">
                  <a:extLst>
                    <a:ext uri="{FF2B5EF4-FFF2-40B4-BE49-F238E27FC236}">
                      <a16:creationId xmlns:a16="http://schemas.microsoft.com/office/drawing/2014/main" id="{700D41F1-30F9-BB88-0243-19DC8970A204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8" name="Rectangle 1997">
                  <a:extLst>
                    <a:ext uri="{FF2B5EF4-FFF2-40B4-BE49-F238E27FC236}">
                      <a16:creationId xmlns:a16="http://schemas.microsoft.com/office/drawing/2014/main" id="{D837C5CB-F43B-1E57-EBCA-4400F3706CD0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99" name="Rectangle 1998">
                  <a:extLst>
                    <a:ext uri="{FF2B5EF4-FFF2-40B4-BE49-F238E27FC236}">
                      <a16:creationId xmlns:a16="http://schemas.microsoft.com/office/drawing/2014/main" id="{80848446-A2C7-C2B7-A6A9-3A5B6AF2B1FC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0" name="Rectangle 1999">
                  <a:extLst>
                    <a:ext uri="{FF2B5EF4-FFF2-40B4-BE49-F238E27FC236}">
                      <a16:creationId xmlns:a16="http://schemas.microsoft.com/office/drawing/2014/main" id="{DCE3943E-4C6A-EFBE-4B69-8BD8B99483EB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1" name="Rectangle 2000">
                  <a:extLst>
                    <a:ext uri="{FF2B5EF4-FFF2-40B4-BE49-F238E27FC236}">
                      <a16:creationId xmlns:a16="http://schemas.microsoft.com/office/drawing/2014/main" id="{144CE2C0-6A82-F501-96CC-292CAB359F0C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2" name="Rectangle 2001">
                  <a:extLst>
                    <a:ext uri="{FF2B5EF4-FFF2-40B4-BE49-F238E27FC236}">
                      <a16:creationId xmlns:a16="http://schemas.microsoft.com/office/drawing/2014/main" id="{4963DD3E-4E93-F648-2B91-4E7904CFA086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3" name="Rectangle 2002">
                  <a:extLst>
                    <a:ext uri="{FF2B5EF4-FFF2-40B4-BE49-F238E27FC236}">
                      <a16:creationId xmlns:a16="http://schemas.microsoft.com/office/drawing/2014/main" id="{33A5C283-A046-B1ED-4C65-E5A77881F023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4" name="Rectangle 2003">
                  <a:extLst>
                    <a:ext uri="{FF2B5EF4-FFF2-40B4-BE49-F238E27FC236}">
                      <a16:creationId xmlns:a16="http://schemas.microsoft.com/office/drawing/2014/main" id="{68C89AC3-E42F-8C2B-DDA9-04647C7FE293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5" name="Rectangle 2004">
                  <a:extLst>
                    <a:ext uri="{FF2B5EF4-FFF2-40B4-BE49-F238E27FC236}">
                      <a16:creationId xmlns:a16="http://schemas.microsoft.com/office/drawing/2014/main" id="{EF5C7073-41F1-6037-BC93-86EC86BDDA0B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6" name="Rectangle 2005">
                  <a:extLst>
                    <a:ext uri="{FF2B5EF4-FFF2-40B4-BE49-F238E27FC236}">
                      <a16:creationId xmlns:a16="http://schemas.microsoft.com/office/drawing/2014/main" id="{116040C2-0622-C72E-3DF2-0C634B76F235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7" name="Rectangle 2006">
                  <a:extLst>
                    <a:ext uri="{FF2B5EF4-FFF2-40B4-BE49-F238E27FC236}">
                      <a16:creationId xmlns:a16="http://schemas.microsoft.com/office/drawing/2014/main" id="{910FB237-6F17-BA18-0745-8E9EAEEF0B97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8" name="Rectangle 2007">
                  <a:extLst>
                    <a:ext uri="{FF2B5EF4-FFF2-40B4-BE49-F238E27FC236}">
                      <a16:creationId xmlns:a16="http://schemas.microsoft.com/office/drawing/2014/main" id="{E9A59BDF-E356-B982-CE97-E113F7E14CA7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09" name="Rectangle 2008">
                  <a:extLst>
                    <a:ext uri="{FF2B5EF4-FFF2-40B4-BE49-F238E27FC236}">
                      <a16:creationId xmlns:a16="http://schemas.microsoft.com/office/drawing/2014/main" id="{61ECFEEB-3AF3-0635-F301-C1E1608B0A49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10" name="Rectangle 2009">
                  <a:extLst>
                    <a:ext uri="{FF2B5EF4-FFF2-40B4-BE49-F238E27FC236}">
                      <a16:creationId xmlns:a16="http://schemas.microsoft.com/office/drawing/2014/main" id="{D8454B88-071E-29AB-AEC4-59A5DA1FFD47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13" name="Group 1912">
                <a:extLst>
                  <a:ext uri="{FF2B5EF4-FFF2-40B4-BE49-F238E27FC236}">
                    <a16:creationId xmlns:a16="http://schemas.microsoft.com/office/drawing/2014/main" id="{938EDF7D-8A3A-280C-D0AE-0FA55307DDF5}"/>
                  </a:ext>
                </a:extLst>
              </p:cNvPr>
              <p:cNvGrpSpPr/>
              <p:nvPr/>
            </p:nvGrpSpPr>
            <p:grpSpPr>
              <a:xfrm>
                <a:off x="467360" y="0"/>
                <a:ext cx="233680" cy="7477760"/>
                <a:chOff x="0" y="0"/>
                <a:chExt cx="233680" cy="7477760"/>
              </a:xfrm>
            </p:grpSpPr>
            <p:sp>
              <p:nvSpPr>
                <p:cNvPr id="1947" name="Rectangle 1946">
                  <a:extLst>
                    <a:ext uri="{FF2B5EF4-FFF2-40B4-BE49-F238E27FC236}">
                      <a16:creationId xmlns:a16="http://schemas.microsoft.com/office/drawing/2014/main" id="{B137854C-D204-E8D2-A8B5-191982E48B5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8" name="Rectangle 1947">
                  <a:extLst>
                    <a:ext uri="{FF2B5EF4-FFF2-40B4-BE49-F238E27FC236}">
                      <a16:creationId xmlns:a16="http://schemas.microsoft.com/office/drawing/2014/main" id="{12C27F76-29D8-FBA7-A69E-702955E23CD0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9" name="Rectangle 1948">
                  <a:extLst>
                    <a:ext uri="{FF2B5EF4-FFF2-40B4-BE49-F238E27FC236}">
                      <a16:creationId xmlns:a16="http://schemas.microsoft.com/office/drawing/2014/main" id="{5237202C-C243-558F-A778-4105E59FD18F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0" name="Rectangle 1949">
                  <a:extLst>
                    <a:ext uri="{FF2B5EF4-FFF2-40B4-BE49-F238E27FC236}">
                      <a16:creationId xmlns:a16="http://schemas.microsoft.com/office/drawing/2014/main" id="{C686AA53-D744-9EE3-EF9C-759B84AF73AE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1" name="Rectangle 1950">
                  <a:extLst>
                    <a:ext uri="{FF2B5EF4-FFF2-40B4-BE49-F238E27FC236}">
                      <a16:creationId xmlns:a16="http://schemas.microsoft.com/office/drawing/2014/main" id="{5E633631-804C-7BDE-EA7C-3253DE25E6AE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2" name="Rectangle 1951">
                  <a:extLst>
                    <a:ext uri="{FF2B5EF4-FFF2-40B4-BE49-F238E27FC236}">
                      <a16:creationId xmlns:a16="http://schemas.microsoft.com/office/drawing/2014/main" id="{E423139A-3AF3-A34F-65A2-BE7043A4C24F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3" name="Rectangle 1952">
                  <a:extLst>
                    <a:ext uri="{FF2B5EF4-FFF2-40B4-BE49-F238E27FC236}">
                      <a16:creationId xmlns:a16="http://schemas.microsoft.com/office/drawing/2014/main" id="{7EF3735A-A889-1B4E-394E-7B85D9A2CD47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4" name="Rectangle 1953">
                  <a:extLst>
                    <a:ext uri="{FF2B5EF4-FFF2-40B4-BE49-F238E27FC236}">
                      <a16:creationId xmlns:a16="http://schemas.microsoft.com/office/drawing/2014/main" id="{4B9F9CED-4FD4-FF5A-6188-5EFFA6EC0156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5" name="Rectangle 1954">
                  <a:extLst>
                    <a:ext uri="{FF2B5EF4-FFF2-40B4-BE49-F238E27FC236}">
                      <a16:creationId xmlns:a16="http://schemas.microsoft.com/office/drawing/2014/main" id="{9897B93F-BBC4-9F6E-A664-04EEBD7D71B8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6" name="Rectangle 1955">
                  <a:extLst>
                    <a:ext uri="{FF2B5EF4-FFF2-40B4-BE49-F238E27FC236}">
                      <a16:creationId xmlns:a16="http://schemas.microsoft.com/office/drawing/2014/main" id="{91C9BC47-B77F-3471-DCFD-7196B4813619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7" name="Rectangle 1956">
                  <a:extLst>
                    <a:ext uri="{FF2B5EF4-FFF2-40B4-BE49-F238E27FC236}">
                      <a16:creationId xmlns:a16="http://schemas.microsoft.com/office/drawing/2014/main" id="{69C27C08-CB6D-CE97-7FED-361C9E47D2EB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8" name="Rectangle 1957">
                  <a:extLst>
                    <a:ext uri="{FF2B5EF4-FFF2-40B4-BE49-F238E27FC236}">
                      <a16:creationId xmlns:a16="http://schemas.microsoft.com/office/drawing/2014/main" id="{7D7ADE7E-94A9-C867-0048-A1B2ECD70DB2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59" name="Rectangle 1958">
                  <a:extLst>
                    <a:ext uri="{FF2B5EF4-FFF2-40B4-BE49-F238E27FC236}">
                      <a16:creationId xmlns:a16="http://schemas.microsoft.com/office/drawing/2014/main" id="{5357E2BA-AC13-3206-88E7-521DE7C0232A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0" name="Rectangle 1959">
                  <a:extLst>
                    <a:ext uri="{FF2B5EF4-FFF2-40B4-BE49-F238E27FC236}">
                      <a16:creationId xmlns:a16="http://schemas.microsoft.com/office/drawing/2014/main" id="{B5F81908-1477-126C-7241-E300428F8BE1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1" name="Rectangle 1960">
                  <a:extLst>
                    <a:ext uri="{FF2B5EF4-FFF2-40B4-BE49-F238E27FC236}">
                      <a16:creationId xmlns:a16="http://schemas.microsoft.com/office/drawing/2014/main" id="{341777C7-881E-2D91-BE14-4015A22FF93C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2" name="Rectangle 1961">
                  <a:extLst>
                    <a:ext uri="{FF2B5EF4-FFF2-40B4-BE49-F238E27FC236}">
                      <a16:creationId xmlns:a16="http://schemas.microsoft.com/office/drawing/2014/main" id="{921143FC-E49C-4C29-7F2F-A6DEA3FD07AE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3" name="Rectangle 1962">
                  <a:extLst>
                    <a:ext uri="{FF2B5EF4-FFF2-40B4-BE49-F238E27FC236}">
                      <a16:creationId xmlns:a16="http://schemas.microsoft.com/office/drawing/2014/main" id="{D16CB894-475A-AC8B-FBD2-E390491D8116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4" name="Rectangle 1963">
                  <a:extLst>
                    <a:ext uri="{FF2B5EF4-FFF2-40B4-BE49-F238E27FC236}">
                      <a16:creationId xmlns:a16="http://schemas.microsoft.com/office/drawing/2014/main" id="{DB773BE4-855A-B5C4-A981-3C8E71C6601D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5" name="Rectangle 1964">
                  <a:extLst>
                    <a:ext uri="{FF2B5EF4-FFF2-40B4-BE49-F238E27FC236}">
                      <a16:creationId xmlns:a16="http://schemas.microsoft.com/office/drawing/2014/main" id="{E4799ACB-DE9C-A706-F9CE-AA99E1CF1EEA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6" name="Rectangle 1965">
                  <a:extLst>
                    <a:ext uri="{FF2B5EF4-FFF2-40B4-BE49-F238E27FC236}">
                      <a16:creationId xmlns:a16="http://schemas.microsoft.com/office/drawing/2014/main" id="{BD1B538C-9283-8E61-8DF4-6E6B91A2B325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7" name="Rectangle 1966">
                  <a:extLst>
                    <a:ext uri="{FF2B5EF4-FFF2-40B4-BE49-F238E27FC236}">
                      <a16:creationId xmlns:a16="http://schemas.microsoft.com/office/drawing/2014/main" id="{90520CBE-860C-1A66-2899-3E55FEC5FE25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8" name="Rectangle 1967">
                  <a:extLst>
                    <a:ext uri="{FF2B5EF4-FFF2-40B4-BE49-F238E27FC236}">
                      <a16:creationId xmlns:a16="http://schemas.microsoft.com/office/drawing/2014/main" id="{F57BC050-41B9-51C7-8155-D740E1E7CA23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69" name="Rectangle 1968">
                  <a:extLst>
                    <a:ext uri="{FF2B5EF4-FFF2-40B4-BE49-F238E27FC236}">
                      <a16:creationId xmlns:a16="http://schemas.microsoft.com/office/drawing/2014/main" id="{6756997C-08F1-3444-E435-9E860AEF10C4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0" name="Rectangle 1969">
                  <a:extLst>
                    <a:ext uri="{FF2B5EF4-FFF2-40B4-BE49-F238E27FC236}">
                      <a16:creationId xmlns:a16="http://schemas.microsoft.com/office/drawing/2014/main" id="{94EE0010-93D8-15A9-CEE3-628DA00DAB1F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1" name="Rectangle 1970">
                  <a:extLst>
                    <a:ext uri="{FF2B5EF4-FFF2-40B4-BE49-F238E27FC236}">
                      <a16:creationId xmlns:a16="http://schemas.microsoft.com/office/drawing/2014/main" id="{78294A77-371C-29FF-F09D-5F8C4B23C58C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2" name="Rectangle 1971">
                  <a:extLst>
                    <a:ext uri="{FF2B5EF4-FFF2-40B4-BE49-F238E27FC236}">
                      <a16:creationId xmlns:a16="http://schemas.microsoft.com/office/drawing/2014/main" id="{4AAEC7CA-CED7-E2FF-3776-9700D71FA92C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3" name="Rectangle 1972">
                  <a:extLst>
                    <a:ext uri="{FF2B5EF4-FFF2-40B4-BE49-F238E27FC236}">
                      <a16:creationId xmlns:a16="http://schemas.microsoft.com/office/drawing/2014/main" id="{0044B0BF-C81B-A38B-4515-6A555881EB29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4" name="Rectangle 1973">
                  <a:extLst>
                    <a:ext uri="{FF2B5EF4-FFF2-40B4-BE49-F238E27FC236}">
                      <a16:creationId xmlns:a16="http://schemas.microsoft.com/office/drawing/2014/main" id="{9E63E2BB-EE3A-B497-529E-B1D7E67E08DE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5" name="Rectangle 1974">
                  <a:extLst>
                    <a:ext uri="{FF2B5EF4-FFF2-40B4-BE49-F238E27FC236}">
                      <a16:creationId xmlns:a16="http://schemas.microsoft.com/office/drawing/2014/main" id="{2FE7639B-5C09-EA41-4092-78478A1F9976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6" name="Rectangle 1975">
                  <a:extLst>
                    <a:ext uri="{FF2B5EF4-FFF2-40B4-BE49-F238E27FC236}">
                      <a16:creationId xmlns:a16="http://schemas.microsoft.com/office/drawing/2014/main" id="{606BBCC5-49DD-1C16-064A-5692ED27462C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7" name="Rectangle 1976">
                  <a:extLst>
                    <a:ext uri="{FF2B5EF4-FFF2-40B4-BE49-F238E27FC236}">
                      <a16:creationId xmlns:a16="http://schemas.microsoft.com/office/drawing/2014/main" id="{6216BED5-7694-ED0A-F21E-8C1D892FA417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78" name="Rectangle 1977">
                  <a:extLst>
                    <a:ext uri="{FF2B5EF4-FFF2-40B4-BE49-F238E27FC236}">
                      <a16:creationId xmlns:a16="http://schemas.microsoft.com/office/drawing/2014/main" id="{3412A644-D3E4-1875-AF48-C8766447CC03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1914" name="Group 1913">
                <a:extLst>
                  <a:ext uri="{FF2B5EF4-FFF2-40B4-BE49-F238E27FC236}">
                    <a16:creationId xmlns:a16="http://schemas.microsoft.com/office/drawing/2014/main" id="{6E9C7D66-FA91-A452-A58E-1D4FAD20203F}"/>
                  </a:ext>
                </a:extLst>
              </p:cNvPr>
              <p:cNvGrpSpPr/>
              <p:nvPr/>
            </p:nvGrpSpPr>
            <p:grpSpPr>
              <a:xfrm>
                <a:off x="701040" y="0"/>
                <a:ext cx="233680" cy="7477760"/>
                <a:chOff x="0" y="0"/>
                <a:chExt cx="233680" cy="7477760"/>
              </a:xfrm>
            </p:grpSpPr>
            <p:sp>
              <p:nvSpPr>
                <p:cNvPr id="1915" name="Rectangle 1914">
                  <a:extLst>
                    <a:ext uri="{FF2B5EF4-FFF2-40B4-BE49-F238E27FC236}">
                      <a16:creationId xmlns:a16="http://schemas.microsoft.com/office/drawing/2014/main" id="{B6E1342E-9844-F270-D554-B97479619C9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6" name="Rectangle 1915">
                  <a:extLst>
                    <a:ext uri="{FF2B5EF4-FFF2-40B4-BE49-F238E27FC236}">
                      <a16:creationId xmlns:a16="http://schemas.microsoft.com/office/drawing/2014/main" id="{5D1AAE56-49B0-A0AC-AA0F-1462643582A7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7" name="Rectangle 1916">
                  <a:extLst>
                    <a:ext uri="{FF2B5EF4-FFF2-40B4-BE49-F238E27FC236}">
                      <a16:creationId xmlns:a16="http://schemas.microsoft.com/office/drawing/2014/main" id="{53F20DB8-33E0-43B1-C05E-61F515489F9C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8" name="Rectangle 1917">
                  <a:extLst>
                    <a:ext uri="{FF2B5EF4-FFF2-40B4-BE49-F238E27FC236}">
                      <a16:creationId xmlns:a16="http://schemas.microsoft.com/office/drawing/2014/main" id="{57318517-6040-8B98-05C1-7A5929FF5AF5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19" name="Rectangle 1918">
                  <a:extLst>
                    <a:ext uri="{FF2B5EF4-FFF2-40B4-BE49-F238E27FC236}">
                      <a16:creationId xmlns:a16="http://schemas.microsoft.com/office/drawing/2014/main" id="{C2370F34-6321-5844-BBE1-F090C98BF72E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0" name="Rectangle 1919">
                  <a:extLst>
                    <a:ext uri="{FF2B5EF4-FFF2-40B4-BE49-F238E27FC236}">
                      <a16:creationId xmlns:a16="http://schemas.microsoft.com/office/drawing/2014/main" id="{339D313A-6E74-BBE7-D2E1-DD8CEE2D27B8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1" name="Rectangle 1920">
                  <a:extLst>
                    <a:ext uri="{FF2B5EF4-FFF2-40B4-BE49-F238E27FC236}">
                      <a16:creationId xmlns:a16="http://schemas.microsoft.com/office/drawing/2014/main" id="{B190FF4F-B616-A810-04B7-01418B151775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2" name="Rectangle 1921">
                  <a:extLst>
                    <a:ext uri="{FF2B5EF4-FFF2-40B4-BE49-F238E27FC236}">
                      <a16:creationId xmlns:a16="http://schemas.microsoft.com/office/drawing/2014/main" id="{DB7D5449-B21C-15FD-E7AA-C8F21DEBB4EC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3" name="Rectangle 1922">
                  <a:extLst>
                    <a:ext uri="{FF2B5EF4-FFF2-40B4-BE49-F238E27FC236}">
                      <a16:creationId xmlns:a16="http://schemas.microsoft.com/office/drawing/2014/main" id="{3C81F70F-98DC-B2C5-7693-84EADA141918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4" name="Rectangle 1923">
                  <a:extLst>
                    <a:ext uri="{FF2B5EF4-FFF2-40B4-BE49-F238E27FC236}">
                      <a16:creationId xmlns:a16="http://schemas.microsoft.com/office/drawing/2014/main" id="{D840B6BB-04C7-E046-2210-674CA3C31922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5" name="Rectangle 1924">
                  <a:extLst>
                    <a:ext uri="{FF2B5EF4-FFF2-40B4-BE49-F238E27FC236}">
                      <a16:creationId xmlns:a16="http://schemas.microsoft.com/office/drawing/2014/main" id="{BB2F7288-6973-27E9-6AC9-56100D999BCA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6" name="Rectangle 1925">
                  <a:extLst>
                    <a:ext uri="{FF2B5EF4-FFF2-40B4-BE49-F238E27FC236}">
                      <a16:creationId xmlns:a16="http://schemas.microsoft.com/office/drawing/2014/main" id="{3FD29A65-2D12-9F92-C361-5873F373ABAE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7" name="Rectangle 1926">
                  <a:extLst>
                    <a:ext uri="{FF2B5EF4-FFF2-40B4-BE49-F238E27FC236}">
                      <a16:creationId xmlns:a16="http://schemas.microsoft.com/office/drawing/2014/main" id="{CDC3D0CF-F0DE-8B4D-A335-3F7D26192C93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8" name="Rectangle 1927">
                  <a:extLst>
                    <a:ext uri="{FF2B5EF4-FFF2-40B4-BE49-F238E27FC236}">
                      <a16:creationId xmlns:a16="http://schemas.microsoft.com/office/drawing/2014/main" id="{CAB51F00-A42B-B936-0639-F2A53FD5E094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29" name="Rectangle 1928">
                  <a:extLst>
                    <a:ext uri="{FF2B5EF4-FFF2-40B4-BE49-F238E27FC236}">
                      <a16:creationId xmlns:a16="http://schemas.microsoft.com/office/drawing/2014/main" id="{FDE227EF-EAC7-F6E6-E234-930CA9FBFAB6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0" name="Rectangle 1929">
                  <a:extLst>
                    <a:ext uri="{FF2B5EF4-FFF2-40B4-BE49-F238E27FC236}">
                      <a16:creationId xmlns:a16="http://schemas.microsoft.com/office/drawing/2014/main" id="{3B7CD27A-5359-E7C1-EAC3-94CB2967A1F5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1" name="Rectangle 1930">
                  <a:extLst>
                    <a:ext uri="{FF2B5EF4-FFF2-40B4-BE49-F238E27FC236}">
                      <a16:creationId xmlns:a16="http://schemas.microsoft.com/office/drawing/2014/main" id="{B237AD6D-79AE-705A-05EF-3E40C19A21C6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2" name="Rectangle 1931">
                  <a:extLst>
                    <a:ext uri="{FF2B5EF4-FFF2-40B4-BE49-F238E27FC236}">
                      <a16:creationId xmlns:a16="http://schemas.microsoft.com/office/drawing/2014/main" id="{57A480E2-F745-46D5-FB4E-A5484A983D9F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3" name="Rectangle 1932">
                  <a:extLst>
                    <a:ext uri="{FF2B5EF4-FFF2-40B4-BE49-F238E27FC236}">
                      <a16:creationId xmlns:a16="http://schemas.microsoft.com/office/drawing/2014/main" id="{0A4E71C8-C2EB-235F-C8C2-D7CDDAA9F0CC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4" name="Rectangle 1933">
                  <a:extLst>
                    <a:ext uri="{FF2B5EF4-FFF2-40B4-BE49-F238E27FC236}">
                      <a16:creationId xmlns:a16="http://schemas.microsoft.com/office/drawing/2014/main" id="{6780AB34-0089-6E0A-EF34-C1E9E149CB46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5" name="Rectangle 1934">
                  <a:extLst>
                    <a:ext uri="{FF2B5EF4-FFF2-40B4-BE49-F238E27FC236}">
                      <a16:creationId xmlns:a16="http://schemas.microsoft.com/office/drawing/2014/main" id="{5AB1E6B7-BFA4-4D26-3B65-FC896122EEF7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6" name="Rectangle 1935">
                  <a:extLst>
                    <a:ext uri="{FF2B5EF4-FFF2-40B4-BE49-F238E27FC236}">
                      <a16:creationId xmlns:a16="http://schemas.microsoft.com/office/drawing/2014/main" id="{5F76F71A-339E-62C7-5C81-43D480F1B8B6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7" name="Rectangle 1936">
                  <a:extLst>
                    <a:ext uri="{FF2B5EF4-FFF2-40B4-BE49-F238E27FC236}">
                      <a16:creationId xmlns:a16="http://schemas.microsoft.com/office/drawing/2014/main" id="{9093BE97-8DD5-C339-EBB5-E6E223F414D4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8" name="Rectangle 1937">
                  <a:extLst>
                    <a:ext uri="{FF2B5EF4-FFF2-40B4-BE49-F238E27FC236}">
                      <a16:creationId xmlns:a16="http://schemas.microsoft.com/office/drawing/2014/main" id="{AA051425-9B52-5AD8-8051-04BFF65452CD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39" name="Rectangle 1938">
                  <a:extLst>
                    <a:ext uri="{FF2B5EF4-FFF2-40B4-BE49-F238E27FC236}">
                      <a16:creationId xmlns:a16="http://schemas.microsoft.com/office/drawing/2014/main" id="{30664EB6-5739-E0DF-59C0-4C45BD1E8ED0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0" name="Rectangle 1939">
                  <a:extLst>
                    <a:ext uri="{FF2B5EF4-FFF2-40B4-BE49-F238E27FC236}">
                      <a16:creationId xmlns:a16="http://schemas.microsoft.com/office/drawing/2014/main" id="{6965E8A0-8389-B575-D9C5-B3EE9662A67D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1" name="Rectangle 1940">
                  <a:extLst>
                    <a:ext uri="{FF2B5EF4-FFF2-40B4-BE49-F238E27FC236}">
                      <a16:creationId xmlns:a16="http://schemas.microsoft.com/office/drawing/2014/main" id="{8219775C-6C3F-0ADA-818C-E6CAEEAD1B0D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2" name="Rectangle 1941">
                  <a:extLst>
                    <a:ext uri="{FF2B5EF4-FFF2-40B4-BE49-F238E27FC236}">
                      <a16:creationId xmlns:a16="http://schemas.microsoft.com/office/drawing/2014/main" id="{816F4E89-B0F8-5417-35CD-E58D94F6F61D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3" name="Rectangle 1942">
                  <a:extLst>
                    <a:ext uri="{FF2B5EF4-FFF2-40B4-BE49-F238E27FC236}">
                      <a16:creationId xmlns:a16="http://schemas.microsoft.com/office/drawing/2014/main" id="{5B1B426C-2E42-FE89-9E32-975E94AF4DA7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4" name="Rectangle 1943">
                  <a:extLst>
                    <a:ext uri="{FF2B5EF4-FFF2-40B4-BE49-F238E27FC236}">
                      <a16:creationId xmlns:a16="http://schemas.microsoft.com/office/drawing/2014/main" id="{35F9CDF2-A624-2F66-B557-44E719A51158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5" name="Rectangle 1944">
                  <a:extLst>
                    <a:ext uri="{FF2B5EF4-FFF2-40B4-BE49-F238E27FC236}">
                      <a16:creationId xmlns:a16="http://schemas.microsoft.com/office/drawing/2014/main" id="{4BCD8F31-E85E-07DE-E12C-E9D91C2277C8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46" name="Rectangle 1945">
                  <a:extLst>
                    <a:ext uri="{FF2B5EF4-FFF2-40B4-BE49-F238E27FC236}">
                      <a16:creationId xmlns:a16="http://schemas.microsoft.com/office/drawing/2014/main" id="{7E1C7190-FA16-AF80-DA80-5197346DF821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043" name="Group 2042">
              <a:extLst>
                <a:ext uri="{FF2B5EF4-FFF2-40B4-BE49-F238E27FC236}">
                  <a16:creationId xmlns:a16="http://schemas.microsoft.com/office/drawing/2014/main" id="{8C14C940-C74B-29FF-DCF6-8A799941234B}"/>
                </a:ext>
              </a:extLst>
            </p:cNvPr>
            <p:cNvGrpSpPr/>
            <p:nvPr/>
          </p:nvGrpSpPr>
          <p:grpSpPr>
            <a:xfrm>
              <a:off x="11216640" y="0"/>
              <a:ext cx="934720" cy="7477760"/>
              <a:chOff x="0" y="0"/>
              <a:chExt cx="934720" cy="7477760"/>
            </a:xfrm>
          </p:grpSpPr>
          <p:grpSp>
            <p:nvGrpSpPr>
              <p:cNvPr id="2044" name="Group 2043">
                <a:extLst>
                  <a:ext uri="{FF2B5EF4-FFF2-40B4-BE49-F238E27FC236}">
                    <a16:creationId xmlns:a16="http://schemas.microsoft.com/office/drawing/2014/main" id="{0C396999-3BD5-91BD-0FF3-16A9D33A2E99}"/>
                  </a:ext>
                </a:extLst>
              </p:cNvPr>
              <p:cNvGrpSpPr/>
              <p:nvPr/>
            </p:nvGrpSpPr>
            <p:grpSpPr>
              <a:xfrm>
                <a:off x="0" y="0"/>
                <a:ext cx="233680" cy="7477760"/>
                <a:chOff x="0" y="0"/>
                <a:chExt cx="233680" cy="7477760"/>
              </a:xfrm>
            </p:grpSpPr>
            <p:sp>
              <p:nvSpPr>
                <p:cNvPr id="2144" name="Rectangle 2143">
                  <a:extLst>
                    <a:ext uri="{FF2B5EF4-FFF2-40B4-BE49-F238E27FC236}">
                      <a16:creationId xmlns:a16="http://schemas.microsoft.com/office/drawing/2014/main" id="{5DF5784F-B9FC-8C59-C76A-6B89E2E6D1E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5" name="Rectangle 2144">
                  <a:extLst>
                    <a:ext uri="{FF2B5EF4-FFF2-40B4-BE49-F238E27FC236}">
                      <a16:creationId xmlns:a16="http://schemas.microsoft.com/office/drawing/2014/main" id="{D34CB82C-61B6-CDD3-D869-BEE7A9CF0561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6" name="Rectangle 2145">
                  <a:extLst>
                    <a:ext uri="{FF2B5EF4-FFF2-40B4-BE49-F238E27FC236}">
                      <a16:creationId xmlns:a16="http://schemas.microsoft.com/office/drawing/2014/main" id="{EE36E72C-DA43-CF71-929B-070C6F6ACBBD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7" name="Rectangle 2146">
                  <a:extLst>
                    <a:ext uri="{FF2B5EF4-FFF2-40B4-BE49-F238E27FC236}">
                      <a16:creationId xmlns:a16="http://schemas.microsoft.com/office/drawing/2014/main" id="{292B3A82-7B14-55C8-9EDB-AEDDC0B6D9C1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8" name="Rectangle 2147">
                  <a:extLst>
                    <a:ext uri="{FF2B5EF4-FFF2-40B4-BE49-F238E27FC236}">
                      <a16:creationId xmlns:a16="http://schemas.microsoft.com/office/drawing/2014/main" id="{753F79C0-ED4D-DBF2-107E-471E12791C6F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9" name="Rectangle 2148">
                  <a:extLst>
                    <a:ext uri="{FF2B5EF4-FFF2-40B4-BE49-F238E27FC236}">
                      <a16:creationId xmlns:a16="http://schemas.microsoft.com/office/drawing/2014/main" id="{6C7226AB-471B-B017-4818-E882406C970F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50" name="Rectangle 2149">
                  <a:extLst>
                    <a:ext uri="{FF2B5EF4-FFF2-40B4-BE49-F238E27FC236}">
                      <a16:creationId xmlns:a16="http://schemas.microsoft.com/office/drawing/2014/main" id="{2D30C86A-BBFA-4A26-86AA-ADE66FAF08DB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51" name="Rectangle 2150">
                  <a:extLst>
                    <a:ext uri="{FF2B5EF4-FFF2-40B4-BE49-F238E27FC236}">
                      <a16:creationId xmlns:a16="http://schemas.microsoft.com/office/drawing/2014/main" id="{CE16FF0D-CD2F-0C06-8028-C8E99FA0C71B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52" name="Rectangle 2151">
                  <a:extLst>
                    <a:ext uri="{FF2B5EF4-FFF2-40B4-BE49-F238E27FC236}">
                      <a16:creationId xmlns:a16="http://schemas.microsoft.com/office/drawing/2014/main" id="{62139BDE-621B-1552-D5D5-528ED7AB3558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53" name="Rectangle 2152">
                  <a:extLst>
                    <a:ext uri="{FF2B5EF4-FFF2-40B4-BE49-F238E27FC236}">
                      <a16:creationId xmlns:a16="http://schemas.microsoft.com/office/drawing/2014/main" id="{8A024762-EFEA-A32D-82D1-F7C952CFA232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54" name="Rectangle 2153">
                  <a:extLst>
                    <a:ext uri="{FF2B5EF4-FFF2-40B4-BE49-F238E27FC236}">
                      <a16:creationId xmlns:a16="http://schemas.microsoft.com/office/drawing/2014/main" id="{1D2C73DA-2C28-C179-85C3-77949A910B2F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55" name="Rectangle 2154">
                  <a:extLst>
                    <a:ext uri="{FF2B5EF4-FFF2-40B4-BE49-F238E27FC236}">
                      <a16:creationId xmlns:a16="http://schemas.microsoft.com/office/drawing/2014/main" id="{946B28C9-AE83-4A4C-7175-62C60A26DC3D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56" name="Rectangle 2155">
                  <a:extLst>
                    <a:ext uri="{FF2B5EF4-FFF2-40B4-BE49-F238E27FC236}">
                      <a16:creationId xmlns:a16="http://schemas.microsoft.com/office/drawing/2014/main" id="{51A0CE39-F67C-5C62-C48A-F2E910303B5D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57" name="Rectangle 2156">
                  <a:extLst>
                    <a:ext uri="{FF2B5EF4-FFF2-40B4-BE49-F238E27FC236}">
                      <a16:creationId xmlns:a16="http://schemas.microsoft.com/office/drawing/2014/main" id="{165FCF4F-E618-EF85-DEAD-B6864FD56885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58" name="Rectangle 2157">
                  <a:extLst>
                    <a:ext uri="{FF2B5EF4-FFF2-40B4-BE49-F238E27FC236}">
                      <a16:creationId xmlns:a16="http://schemas.microsoft.com/office/drawing/2014/main" id="{79FB4064-6920-802D-AD8A-54C847121103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59" name="Rectangle 2158">
                  <a:extLst>
                    <a:ext uri="{FF2B5EF4-FFF2-40B4-BE49-F238E27FC236}">
                      <a16:creationId xmlns:a16="http://schemas.microsoft.com/office/drawing/2014/main" id="{7B9E5882-4A8D-771A-D039-D0F54C0A4084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60" name="Rectangle 2159">
                  <a:extLst>
                    <a:ext uri="{FF2B5EF4-FFF2-40B4-BE49-F238E27FC236}">
                      <a16:creationId xmlns:a16="http://schemas.microsoft.com/office/drawing/2014/main" id="{DBD01FCD-6773-0050-029C-25E27474FC45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61" name="Rectangle 2160">
                  <a:extLst>
                    <a:ext uri="{FF2B5EF4-FFF2-40B4-BE49-F238E27FC236}">
                      <a16:creationId xmlns:a16="http://schemas.microsoft.com/office/drawing/2014/main" id="{A0DC7AE5-A291-F983-1E57-58AE34DBD659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62" name="Rectangle 2161">
                  <a:extLst>
                    <a:ext uri="{FF2B5EF4-FFF2-40B4-BE49-F238E27FC236}">
                      <a16:creationId xmlns:a16="http://schemas.microsoft.com/office/drawing/2014/main" id="{975D91BD-8DC8-2C4F-AB16-F06830849E5B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63" name="Rectangle 2162">
                  <a:extLst>
                    <a:ext uri="{FF2B5EF4-FFF2-40B4-BE49-F238E27FC236}">
                      <a16:creationId xmlns:a16="http://schemas.microsoft.com/office/drawing/2014/main" id="{C8898521-F2F5-9F70-34E0-DE84CC40EA7E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64" name="Rectangle 2163">
                  <a:extLst>
                    <a:ext uri="{FF2B5EF4-FFF2-40B4-BE49-F238E27FC236}">
                      <a16:creationId xmlns:a16="http://schemas.microsoft.com/office/drawing/2014/main" id="{6E229946-C0FC-45D3-752F-7121625A89F5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65" name="Rectangle 2164">
                  <a:extLst>
                    <a:ext uri="{FF2B5EF4-FFF2-40B4-BE49-F238E27FC236}">
                      <a16:creationId xmlns:a16="http://schemas.microsoft.com/office/drawing/2014/main" id="{4CF5DD59-1053-4D7F-3466-6418D7E4404B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66" name="Rectangle 2165">
                  <a:extLst>
                    <a:ext uri="{FF2B5EF4-FFF2-40B4-BE49-F238E27FC236}">
                      <a16:creationId xmlns:a16="http://schemas.microsoft.com/office/drawing/2014/main" id="{AA1742FF-17C8-B46E-A002-6F3B7EEA557E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67" name="Rectangle 2166">
                  <a:extLst>
                    <a:ext uri="{FF2B5EF4-FFF2-40B4-BE49-F238E27FC236}">
                      <a16:creationId xmlns:a16="http://schemas.microsoft.com/office/drawing/2014/main" id="{73595D95-9D7D-BD2D-1F37-4275CD5899BF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68" name="Rectangle 2167">
                  <a:extLst>
                    <a:ext uri="{FF2B5EF4-FFF2-40B4-BE49-F238E27FC236}">
                      <a16:creationId xmlns:a16="http://schemas.microsoft.com/office/drawing/2014/main" id="{3B1A8292-56DE-953A-33D7-10DA5C4049B0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69" name="Rectangle 2168">
                  <a:extLst>
                    <a:ext uri="{FF2B5EF4-FFF2-40B4-BE49-F238E27FC236}">
                      <a16:creationId xmlns:a16="http://schemas.microsoft.com/office/drawing/2014/main" id="{66F988A2-A18D-55F5-980F-7484949991E4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70" name="Rectangle 2169">
                  <a:extLst>
                    <a:ext uri="{FF2B5EF4-FFF2-40B4-BE49-F238E27FC236}">
                      <a16:creationId xmlns:a16="http://schemas.microsoft.com/office/drawing/2014/main" id="{8C438A18-9118-D9ED-B537-C7F7133E88E0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71" name="Rectangle 2170">
                  <a:extLst>
                    <a:ext uri="{FF2B5EF4-FFF2-40B4-BE49-F238E27FC236}">
                      <a16:creationId xmlns:a16="http://schemas.microsoft.com/office/drawing/2014/main" id="{9F71DD53-78AB-3C68-5822-1BFC738F7E62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72" name="Rectangle 2171">
                  <a:extLst>
                    <a:ext uri="{FF2B5EF4-FFF2-40B4-BE49-F238E27FC236}">
                      <a16:creationId xmlns:a16="http://schemas.microsoft.com/office/drawing/2014/main" id="{2EFA9D22-02FA-C06B-23B4-61E7C0C234B8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73" name="Rectangle 2172">
                  <a:extLst>
                    <a:ext uri="{FF2B5EF4-FFF2-40B4-BE49-F238E27FC236}">
                      <a16:creationId xmlns:a16="http://schemas.microsoft.com/office/drawing/2014/main" id="{8D53F2AA-F486-7F22-7326-2EBCBAEACD40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74" name="Rectangle 2173">
                  <a:extLst>
                    <a:ext uri="{FF2B5EF4-FFF2-40B4-BE49-F238E27FC236}">
                      <a16:creationId xmlns:a16="http://schemas.microsoft.com/office/drawing/2014/main" id="{F29B240A-7035-BCD7-F05A-2AF2022410C1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75" name="Rectangle 2174">
                  <a:extLst>
                    <a:ext uri="{FF2B5EF4-FFF2-40B4-BE49-F238E27FC236}">
                      <a16:creationId xmlns:a16="http://schemas.microsoft.com/office/drawing/2014/main" id="{B0197DC6-22E4-0913-1068-4CD8A73C43B2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45" name="Group 2044">
                <a:extLst>
                  <a:ext uri="{FF2B5EF4-FFF2-40B4-BE49-F238E27FC236}">
                    <a16:creationId xmlns:a16="http://schemas.microsoft.com/office/drawing/2014/main" id="{340C3E4B-0640-F77F-B8B6-8FF9588B7F4B}"/>
                  </a:ext>
                </a:extLst>
              </p:cNvPr>
              <p:cNvGrpSpPr/>
              <p:nvPr/>
            </p:nvGrpSpPr>
            <p:grpSpPr>
              <a:xfrm>
                <a:off x="233680" y="0"/>
                <a:ext cx="233680" cy="7477760"/>
                <a:chOff x="0" y="0"/>
                <a:chExt cx="233680" cy="7477760"/>
              </a:xfrm>
            </p:grpSpPr>
            <p:sp>
              <p:nvSpPr>
                <p:cNvPr id="2112" name="Rectangle 2111">
                  <a:extLst>
                    <a:ext uri="{FF2B5EF4-FFF2-40B4-BE49-F238E27FC236}">
                      <a16:creationId xmlns:a16="http://schemas.microsoft.com/office/drawing/2014/main" id="{0AD7DE85-6583-EEA7-439A-F54221AF466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3" name="Rectangle 2112">
                  <a:extLst>
                    <a:ext uri="{FF2B5EF4-FFF2-40B4-BE49-F238E27FC236}">
                      <a16:creationId xmlns:a16="http://schemas.microsoft.com/office/drawing/2014/main" id="{8ED0DF90-5CAA-1DDA-C5E9-0255E412F794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4" name="Rectangle 2113">
                  <a:extLst>
                    <a:ext uri="{FF2B5EF4-FFF2-40B4-BE49-F238E27FC236}">
                      <a16:creationId xmlns:a16="http://schemas.microsoft.com/office/drawing/2014/main" id="{70C9CA4C-4F27-1AEA-17CE-B74742E150B1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5" name="Rectangle 2114">
                  <a:extLst>
                    <a:ext uri="{FF2B5EF4-FFF2-40B4-BE49-F238E27FC236}">
                      <a16:creationId xmlns:a16="http://schemas.microsoft.com/office/drawing/2014/main" id="{4B503F33-16B2-0AFE-FD65-790CB85C04EA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6" name="Rectangle 2115">
                  <a:extLst>
                    <a:ext uri="{FF2B5EF4-FFF2-40B4-BE49-F238E27FC236}">
                      <a16:creationId xmlns:a16="http://schemas.microsoft.com/office/drawing/2014/main" id="{65B1A4CB-7E39-BA8B-2924-790A0B96348E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7" name="Rectangle 2116">
                  <a:extLst>
                    <a:ext uri="{FF2B5EF4-FFF2-40B4-BE49-F238E27FC236}">
                      <a16:creationId xmlns:a16="http://schemas.microsoft.com/office/drawing/2014/main" id="{3E915CCE-E621-244F-25B6-C6996FC657C6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8" name="Rectangle 2117">
                  <a:extLst>
                    <a:ext uri="{FF2B5EF4-FFF2-40B4-BE49-F238E27FC236}">
                      <a16:creationId xmlns:a16="http://schemas.microsoft.com/office/drawing/2014/main" id="{67851114-2386-4441-BCD1-40C0FEDDD9D5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9" name="Rectangle 2118">
                  <a:extLst>
                    <a:ext uri="{FF2B5EF4-FFF2-40B4-BE49-F238E27FC236}">
                      <a16:creationId xmlns:a16="http://schemas.microsoft.com/office/drawing/2014/main" id="{BC910905-16FC-05C5-3514-5C961C632753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0" name="Rectangle 2119">
                  <a:extLst>
                    <a:ext uri="{FF2B5EF4-FFF2-40B4-BE49-F238E27FC236}">
                      <a16:creationId xmlns:a16="http://schemas.microsoft.com/office/drawing/2014/main" id="{5A2809A1-7463-436D-5DF5-4EE657B76A82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1" name="Rectangle 2120">
                  <a:extLst>
                    <a:ext uri="{FF2B5EF4-FFF2-40B4-BE49-F238E27FC236}">
                      <a16:creationId xmlns:a16="http://schemas.microsoft.com/office/drawing/2014/main" id="{85031484-20E0-57C2-B156-D6C5E5D9632D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2" name="Rectangle 2121">
                  <a:extLst>
                    <a:ext uri="{FF2B5EF4-FFF2-40B4-BE49-F238E27FC236}">
                      <a16:creationId xmlns:a16="http://schemas.microsoft.com/office/drawing/2014/main" id="{A87BE804-F11D-AE39-9B71-55A330749D80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3" name="Rectangle 2122">
                  <a:extLst>
                    <a:ext uri="{FF2B5EF4-FFF2-40B4-BE49-F238E27FC236}">
                      <a16:creationId xmlns:a16="http://schemas.microsoft.com/office/drawing/2014/main" id="{3153D1FE-6AE4-E6B9-113A-BFDF02BD9B23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4" name="Rectangle 2123">
                  <a:extLst>
                    <a:ext uri="{FF2B5EF4-FFF2-40B4-BE49-F238E27FC236}">
                      <a16:creationId xmlns:a16="http://schemas.microsoft.com/office/drawing/2014/main" id="{2E802AFE-1667-CB75-9426-51B7FDCE3BB5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5" name="Rectangle 2124">
                  <a:extLst>
                    <a:ext uri="{FF2B5EF4-FFF2-40B4-BE49-F238E27FC236}">
                      <a16:creationId xmlns:a16="http://schemas.microsoft.com/office/drawing/2014/main" id="{71A824D8-807F-6BC3-7886-F0CE4AD65C9E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6" name="Rectangle 2125">
                  <a:extLst>
                    <a:ext uri="{FF2B5EF4-FFF2-40B4-BE49-F238E27FC236}">
                      <a16:creationId xmlns:a16="http://schemas.microsoft.com/office/drawing/2014/main" id="{E6CD215C-B1DA-EBB2-9455-3F8DE6B6356A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7" name="Rectangle 2126">
                  <a:extLst>
                    <a:ext uri="{FF2B5EF4-FFF2-40B4-BE49-F238E27FC236}">
                      <a16:creationId xmlns:a16="http://schemas.microsoft.com/office/drawing/2014/main" id="{B2BD93B0-F365-9B82-3B91-F688518B662D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8" name="Rectangle 2127">
                  <a:extLst>
                    <a:ext uri="{FF2B5EF4-FFF2-40B4-BE49-F238E27FC236}">
                      <a16:creationId xmlns:a16="http://schemas.microsoft.com/office/drawing/2014/main" id="{0A156994-4D91-9680-105E-ED7D70159B92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29" name="Rectangle 2128">
                  <a:extLst>
                    <a:ext uri="{FF2B5EF4-FFF2-40B4-BE49-F238E27FC236}">
                      <a16:creationId xmlns:a16="http://schemas.microsoft.com/office/drawing/2014/main" id="{5CEF16F2-F012-FA9F-E986-77F568B55487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0" name="Rectangle 2129">
                  <a:extLst>
                    <a:ext uri="{FF2B5EF4-FFF2-40B4-BE49-F238E27FC236}">
                      <a16:creationId xmlns:a16="http://schemas.microsoft.com/office/drawing/2014/main" id="{36A5FF25-6079-39EA-D71B-CC9D08435769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1" name="Rectangle 2130">
                  <a:extLst>
                    <a:ext uri="{FF2B5EF4-FFF2-40B4-BE49-F238E27FC236}">
                      <a16:creationId xmlns:a16="http://schemas.microsoft.com/office/drawing/2014/main" id="{BA9A9D7D-6E01-F64B-22A9-810B6BA98156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2" name="Rectangle 2131">
                  <a:extLst>
                    <a:ext uri="{FF2B5EF4-FFF2-40B4-BE49-F238E27FC236}">
                      <a16:creationId xmlns:a16="http://schemas.microsoft.com/office/drawing/2014/main" id="{52BB5FAB-8B6E-37AB-7134-B0CCCE0F3997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3" name="Rectangle 2132">
                  <a:extLst>
                    <a:ext uri="{FF2B5EF4-FFF2-40B4-BE49-F238E27FC236}">
                      <a16:creationId xmlns:a16="http://schemas.microsoft.com/office/drawing/2014/main" id="{5261B460-7302-D4C7-6082-0C447EC54DF0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4" name="Rectangle 2133">
                  <a:extLst>
                    <a:ext uri="{FF2B5EF4-FFF2-40B4-BE49-F238E27FC236}">
                      <a16:creationId xmlns:a16="http://schemas.microsoft.com/office/drawing/2014/main" id="{856BEAD2-2347-DA0D-A736-170FE6019D6C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5" name="Rectangle 2134">
                  <a:extLst>
                    <a:ext uri="{FF2B5EF4-FFF2-40B4-BE49-F238E27FC236}">
                      <a16:creationId xmlns:a16="http://schemas.microsoft.com/office/drawing/2014/main" id="{32FCDA14-7DEC-0747-4A40-9B09124436F5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6" name="Rectangle 2135">
                  <a:extLst>
                    <a:ext uri="{FF2B5EF4-FFF2-40B4-BE49-F238E27FC236}">
                      <a16:creationId xmlns:a16="http://schemas.microsoft.com/office/drawing/2014/main" id="{91A4C061-C1C6-535D-E2E6-2C0E1A19D312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7" name="Rectangle 2136">
                  <a:extLst>
                    <a:ext uri="{FF2B5EF4-FFF2-40B4-BE49-F238E27FC236}">
                      <a16:creationId xmlns:a16="http://schemas.microsoft.com/office/drawing/2014/main" id="{A51FDBCC-E4A7-CFFD-9B80-F738355DCFBA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8" name="Rectangle 2137">
                  <a:extLst>
                    <a:ext uri="{FF2B5EF4-FFF2-40B4-BE49-F238E27FC236}">
                      <a16:creationId xmlns:a16="http://schemas.microsoft.com/office/drawing/2014/main" id="{64C0959B-7A5E-8A14-F75F-88BAFE7C4AB3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39" name="Rectangle 2138">
                  <a:extLst>
                    <a:ext uri="{FF2B5EF4-FFF2-40B4-BE49-F238E27FC236}">
                      <a16:creationId xmlns:a16="http://schemas.microsoft.com/office/drawing/2014/main" id="{BD5CB3EC-FC94-4EFE-1BBB-9A445F877801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0" name="Rectangle 2139">
                  <a:extLst>
                    <a:ext uri="{FF2B5EF4-FFF2-40B4-BE49-F238E27FC236}">
                      <a16:creationId xmlns:a16="http://schemas.microsoft.com/office/drawing/2014/main" id="{4DB89D7D-230C-5517-264E-AC40F83CC02E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1" name="Rectangle 2140">
                  <a:extLst>
                    <a:ext uri="{FF2B5EF4-FFF2-40B4-BE49-F238E27FC236}">
                      <a16:creationId xmlns:a16="http://schemas.microsoft.com/office/drawing/2014/main" id="{45937FD1-B878-57B6-6FAA-AE07110A8811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2" name="Rectangle 2141">
                  <a:extLst>
                    <a:ext uri="{FF2B5EF4-FFF2-40B4-BE49-F238E27FC236}">
                      <a16:creationId xmlns:a16="http://schemas.microsoft.com/office/drawing/2014/main" id="{0530DA91-F23F-1266-C6E2-97B764890EBC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43" name="Rectangle 2142">
                  <a:extLst>
                    <a:ext uri="{FF2B5EF4-FFF2-40B4-BE49-F238E27FC236}">
                      <a16:creationId xmlns:a16="http://schemas.microsoft.com/office/drawing/2014/main" id="{C22EA3CE-10DE-3F99-9B50-EAB7CBD4A600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46" name="Group 2045">
                <a:extLst>
                  <a:ext uri="{FF2B5EF4-FFF2-40B4-BE49-F238E27FC236}">
                    <a16:creationId xmlns:a16="http://schemas.microsoft.com/office/drawing/2014/main" id="{87706A63-C9DA-F26E-F6BE-66E9B29AC8D3}"/>
                  </a:ext>
                </a:extLst>
              </p:cNvPr>
              <p:cNvGrpSpPr/>
              <p:nvPr/>
            </p:nvGrpSpPr>
            <p:grpSpPr>
              <a:xfrm>
                <a:off x="467360" y="0"/>
                <a:ext cx="233680" cy="7477760"/>
                <a:chOff x="0" y="0"/>
                <a:chExt cx="233680" cy="7477760"/>
              </a:xfrm>
            </p:grpSpPr>
            <p:sp>
              <p:nvSpPr>
                <p:cNvPr id="2080" name="Rectangle 2079">
                  <a:extLst>
                    <a:ext uri="{FF2B5EF4-FFF2-40B4-BE49-F238E27FC236}">
                      <a16:creationId xmlns:a16="http://schemas.microsoft.com/office/drawing/2014/main" id="{1E45BDAE-712D-D771-63E8-323CC8B7379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1" name="Rectangle 2080">
                  <a:extLst>
                    <a:ext uri="{FF2B5EF4-FFF2-40B4-BE49-F238E27FC236}">
                      <a16:creationId xmlns:a16="http://schemas.microsoft.com/office/drawing/2014/main" id="{83AF3C54-76AF-D7AF-E175-A8F01D8CE83F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2" name="Rectangle 2081">
                  <a:extLst>
                    <a:ext uri="{FF2B5EF4-FFF2-40B4-BE49-F238E27FC236}">
                      <a16:creationId xmlns:a16="http://schemas.microsoft.com/office/drawing/2014/main" id="{94738A0D-1D91-A0E4-561F-0566F81183CD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3" name="Rectangle 2082">
                  <a:extLst>
                    <a:ext uri="{FF2B5EF4-FFF2-40B4-BE49-F238E27FC236}">
                      <a16:creationId xmlns:a16="http://schemas.microsoft.com/office/drawing/2014/main" id="{339272C7-AC7F-B3BA-A8B7-671EB771248A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4" name="Rectangle 2083">
                  <a:extLst>
                    <a:ext uri="{FF2B5EF4-FFF2-40B4-BE49-F238E27FC236}">
                      <a16:creationId xmlns:a16="http://schemas.microsoft.com/office/drawing/2014/main" id="{C886DDA1-A61F-ED14-28EC-AF2D6EE17698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5" name="Rectangle 2084">
                  <a:extLst>
                    <a:ext uri="{FF2B5EF4-FFF2-40B4-BE49-F238E27FC236}">
                      <a16:creationId xmlns:a16="http://schemas.microsoft.com/office/drawing/2014/main" id="{E25459D7-543C-6995-886D-8E0E2FC4FAB6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6" name="Rectangle 2085">
                  <a:extLst>
                    <a:ext uri="{FF2B5EF4-FFF2-40B4-BE49-F238E27FC236}">
                      <a16:creationId xmlns:a16="http://schemas.microsoft.com/office/drawing/2014/main" id="{E6203238-65B3-0591-7B09-8638AF95B219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7" name="Rectangle 2086">
                  <a:extLst>
                    <a:ext uri="{FF2B5EF4-FFF2-40B4-BE49-F238E27FC236}">
                      <a16:creationId xmlns:a16="http://schemas.microsoft.com/office/drawing/2014/main" id="{56776688-04D2-0EC2-1860-2EA77F8512AE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8" name="Rectangle 2087">
                  <a:extLst>
                    <a:ext uri="{FF2B5EF4-FFF2-40B4-BE49-F238E27FC236}">
                      <a16:creationId xmlns:a16="http://schemas.microsoft.com/office/drawing/2014/main" id="{11A2FE8C-C00F-2F8A-B2E5-690659EE918E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89" name="Rectangle 2088">
                  <a:extLst>
                    <a:ext uri="{FF2B5EF4-FFF2-40B4-BE49-F238E27FC236}">
                      <a16:creationId xmlns:a16="http://schemas.microsoft.com/office/drawing/2014/main" id="{FC8123AF-7F2A-731E-85BA-B9A586633268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0" name="Rectangle 2089">
                  <a:extLst>
                    <a:ext uri="{FF2B5EF4-FFF2-40B4-BE49-F238E27FC236}">
                      <a16:creationId xmlns:a16="http://schemas.microsoft.com/office/drawing/2014/main" id="{1A803409-BC59-2B38-27F8-FE3E38E76FA1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1" name="Rectangle 2090">
                  <a:extLst>
                    <a:ext uri="{FF2B5EF4-FFF2-40B4-BE49-F238E27FC236}">
                      <a16:creationId xmlns:a16="http://schemas.microsoft.com/office/drawing/2014/main" id="{7974AD12-4E96-5A20-4CF0-FFC066EEB8B8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2" name="Rectangle 2091">
                  <a:extLst>
                    <a:ext uri="{FF2B5EF4-FFF2-40B4-BE49-F238E27FC236}">
                      <a16:creationId xmlns:a16="http://schemas.microsoft.com/office/drawing/2014/main" id="{6A510AF4-F1F6-95C5-8800-5F0F3A33B9BC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3" name="Rectangle 2092">
                  <a:extLst>
                    <a:ext uri="{FF2B5EF4-FFF2-40B4-BE49-F238E27FC236}">
                      <a16:creationId xmlns:a16="http://schemas.microsoft.com/office/drawing/2014/main" id="{97ACFF30-3CDC-5747-5823-3DDA926EE60D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4" name="Rectangle 2093">
                  <a:extLst>
                    <a:ext uri="{FF2B5EF4-FFF2-40B4-BE49-F238E27FC236}">
                      <a16:creationId xmlns:a16="http://schemas.microsoft.com/office/drawing/2014/main" id="{FF79CF24-C0EB-53FF-E848-661B3905E7D7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5" name="Rectangle 2094">
                  <a:extLst>
                    <a:ext uri="{FF2B5EF4-FFF2-40B4-BE49-F238E27FC236}">
                      <a16:creationId xmlns:a16="http://schemas.microsoft.com/office/drawing/2014/main" id="{240C52FE-2E4F-36C5-6B65-DFD8E8F5197C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6" name="Rectangle 2095">
                  <a:extLst>
                    <a:ext uri="{FF2B5EF4-FFF2-40B4-BE49-F238E27FC236}">
                      <a16:creationId xmlns:a16="http://schemas.microsoft.com/office/drawing/2014/main" id="{EF4A35E0-4BE0-3DFF-F4CC-32AF584C9442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7" name="Rectangle 2096">
                  <a:extLst>
                    <a:ext uri="{FF2B5EF4-FFF2-40B4-BE49-F238E27FC236}">
                      <a16:creationId xmlns:a16="http://schemas.microsoft.com/office/drawing/2014/main" id="{D4B8FCFC-F6C5-A51A-559C-0BCBA621CB94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8" name="Rectangle 2097">
                  <a:extLst>
                    <a:ext uri="{FF2B5EF4-FFF2-40B4-BE49-F238E27FC236}">
                      <a16:creationId xmlns:a16="http://schemas.microsoft.com/office/drawing/2014/main" id="{ED14789B-FD28-58E7-7BE1-ADCD8736A37E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99" name="Rectangle 2098">
                  <a:extLst>
                    <a:ext uri="{FF2B5EF4-FFF2-40B4-BE49-F238E27FC236}">
                      <a16:creationId xmlns:a16="http://schemas.microsoft.com/office/drawing/2014/main" id="{4AC75CAE-8048-8160-BD6A-3682BDE897F3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0" name="Rectangle 2099">
                  <a:extLst>
                    <a:ext uri="{FF2B5EF4-FFF2-40B4-BE49-F238E27FC236}">
                      <a16:creationId xmlns:a16="http://schemas.microsoft.com/office/drawing/2014/main" id="{F0920218-0B9B-A33A-978B-B4D5FF459F99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1" name="Rectangle 2100">
                  <a:extLst>
                    <a:ext uri="{FF2B5EF4-FFF2-40B4-BE49-F238E27FC236}">
                      <a16:creationId xmlns:a16="http://schemas.microsoft.com/office/drawing/2014/main" id="{FD44AAB3-D7F4-E582-3C8A-A4C47DE83673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2" name="Rectangle 2101">
                  <a:extLst>
                    <a:ext uri="{FF2B5EF4-FFF2-40B4-BE49-F238E27FC236}">
                      <a16:creationId xmlns:a16="http://schemas.microsoft.com/office/drawing/2014/main" id="{6FB9A312-D660-BE86-746A-B72DBF6564F7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3" name="Rectangle 2102">
                  <a:extLst>
                    <a:ext uri="{FF2B5EF4-FFF2-40B4-BE49-F238E27FC236}">
                      <a16:creationId xmlns:a16="http://schemas.microsoft.com/office/drawing/2014/main" id="{63EDE1A9-0BB1-B023-C860-A9073FC65C03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4" name="Rectangle 2103">
                  <a:extLst>
                    <a:ext uri="{FF2B5EF4-FFF2-40B4-BE49-F238E27FC236}">
                      <a16:creationId xmlns:a16="http://schemas.microsoft.com/office/drawing/2014/main" id="{A7118B32-F281-3DFF-1137-F0B2EBD84B84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5" name="Rectangle 2104">
                  <a:extLst>
                    <a:ext uri="{FF2B5EF4-FFF2-40B4-BE49-F238E27FC236}">
                      <a16:creationId xmlns:a16="http://schemas.microsoft.com/office/drawing/2014/main" id="{DD0A4049-6D1F-25D4-7714-38ED91253BFA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6" name="Rectangle 2105">
                  <a:extLst>
                    <a:ext uri="{FF2B5EF4-FFF2-40B4-BE49-F238E27FC236}">
                      <a16:creationId xmlns:a16="http://schemas.microsoft.com/office/drawing/2014/main" id="{B63F8A2C-4E4A-AA07-9210-820140B85220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7" name="Rectangle 2106">
                  <a:extLst>
                    <a:ext uri="{FF2B5EF4-FFF2-40B4-BE49-F238E27FC236}">
                      <a16:creationId xmlns:a16="http://schemas.microsoft.com/office/drawing/2014/main" id="{897B99CD-7B7B-D1B2-C586-5EF048722247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8" name="Rectangle 2107">
                  <a:extLst>
                    <a:ext uri="{FF2B5EF4-FFF2-40B4-BE49-F238E27FC236}">
                      <a16:creationId xmlns:a16="http://schemas.microsoft.com/office/drawing/2014/main" id="{C5C13C06-12E6-AB36-5C2A-287CFFBC9CED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09" name="Rectangle 2108">
                  <a:extLst>
                    <a:ext uri="{FF2B5EF4-FFF2-40B4-BE49-F238E27FC236}">
                      <a16:creationId xmlns:a16="http://schemas.microsoft.com/office/drawing/2014/main" id="{3A8B6252-FB32-7EFD-2163-21A95EF9F496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0" name="Rectangle 2109">
                  <a:extLst>
                    <a:ext uri="{FF2B5EF4-FFF2-40B4-BE49-F238E27FC236}">
                      <a16:creationId xmlns:a16="http://schemas.microsoft.com/office/drawing/2014/main" id="{1F5A2877-5A8B-AA08-6699-E0E856584294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11" name="Rectangle 2110">
                  <a:extLst>
                    <a:ext uri="{FF2B5EF4-FFF2-40B4-BE49-F238E27FC236}">
                      <a16:creationId xmlns:a16="http://schemas.microsoft.com/office/drawing/2014/main" id="{E54323D4-9252-ACA4-B42D-1BE0654466AF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047" name="Group 2046">
                <a:extLst>
                  <a:ext uri="{FF2B5EF4-FFF2-40B4-BE49-F238E27FC236}">
                    <a16:creationId xmlns:a16="http://schemas.microsoft.com/office/drawing/2014/main" id="{14BAB75C-06FC-4C40-5F55-3E7DEBA30E29}"/>
                  </a:ext>
                </a:extLst>
              </p:cNvPr>
              <p:cNvGrpSpPr/>
              <p:nvPr/>
            </p:nvGrpSpPr>
            <p:grpSpPr>
              <a:xfrm>
                <a:off x="701040" y="0"/>
                <a:ext cx="233680" cy="7477760"/>
                <a:chOff x="0" y="0"/>
                <a:chExt cx="233680" cy="7477760"/>
              </a:xfrm>
            </p:grpSpPr>
            <p:sp>
              <p:nvSpPr>
                <p:cNvPr id="2048" name="Rectangle 2047">
                  <a:extLst>
                    <a:ext uri="{FF2B5EF4-FFF2-40B4-BE49-F238E27FC236}">
                      <a16:creationId xmlns:a16="http://schemas.microsoft.com/office/drawing/2014/main" id="{8377493B-9EE1-B2FF-404D-FB78DDB8529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49" name="Rectangle 2048">
                  <a:extLst>
                    <a:ext uri="{FF2B5EF4-FFF2-40B4-BE49-F238E27FC236}">
                      <a16:creationId xmlns:a16="http://schemas.microsoft.com/office/drawing/2014/main" id="{1F0C92D3-B7F3-CF95-DFDD-CEBE3C287E0D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0" name="Rectangle 2049">
                  <a:extLst>
                    <a:ext uri="{FF2B5EF4-FFF2-40B4-BE49-F238E27FC236}">
                      <a16:creationId xmlns:a16="http://schemas.microsoft.com/office/drawing/2014/main" id="{3D808790-926E-E510-A74F-CD200D092B25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1" name="Rectangle 2050">
                  <a:extLst>
                    <a:ext uri="{FF2B5EF4-FFF2-40B4-BE49-F238E27FC236}">
                      <a16:creationId xmlns:a16="http://schemas.microsoft.com/office/drawing/2014/main" id="{68FA7B46-4C93-1C79-538B-FA87B01EE2D8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2" name="Rectangle 2051">
                  <a:extLst>
                    <a:ext uri="{FF2B5EF4-FFF2-40B4-BE49-F238E27FC236}">
                      <a16:creationId xmlns:a16="http://schemas.microsoft.com/office/drawing/2014/main" id="{F005F7D0-8B90-3A2F-6D12-7197A61F8C22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3" name="Rectangle 2052">
                  <a:extLst>
                    <a:ext uri="{FF2B5EF4-FFF2-40B4-BE49-F238E27FC236}">
                      <a16:creationId xmlns:a16="http://schemas.microsoft.com/office/drawing/2014/main" id="{477C5DB8-A37D-1802-F7BA-EFCD929D2726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4" name="Rectangle 2053">
                  <a:extLst>
                    <a:ext uri="{FF2B5EF4-FFF2-40B4-BE49-F238E27FC236}">
                      <a16:creationId xmlns:a16="http://schemas.microsoft.com/office/drawing/2014/main" id="{AD630CF1-09C6-0C35-21B5-80D28BB42F48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5" name="Rectangle 2054">
                  <a:extLst>
                    <a:ext uri="{FF2B5EF4-FFF2-40B4-BE49-F238E27FC236}">
                      <a16:creationId xmlns:a16="http://schemas.microsoft.com/office/drawing/2014/main" id="{AEF4649B-E97E-598A-1FA4-CA56E502D05B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6" name="Rectangle 2055">
                  <a:extLst>
                    <a:ext uri="{FF2B5EF4-FFF2-40B4-BE49-F238E27FC236}">
                      <a16:creationId xmlns:a16="http://schemas.microsoft.com/office/drawing/2014/main" id="{ED57CC10-C184-7C54-E134-EA2D84684BB2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7" name="Rectangle 2056">
                  <a:extLst>
                    <a:ext uri="{FF2B5EF4-FFF2-40B4-BE49-F238E27FC236}">
                      <a16:creationId xmlns:a16="http://schemas.microsoft.com/office/drawing/2014/main" id="{752480DF-F1CB-46C8-4174-55467E1A44A2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8" name="Rectangle 2057">
                  <a:extLst>
                    <a:ext uri="{FF2B5EF4-FFF2-40B4-BE49-F238E27FC236}">
                      <a16:creationId xmlns:a16="http://schemas.microsoft.com/office/drawing/2014/main" id="{5A50D9CC-456D-92A9-B7B4-0F19F8D862CF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59" name="Rectangle 2058">
                  <a:extLst>
                    <a:ext uri="{FF2B5EF4-FFF2-40B4-BE49-F238E27FC236}">
                      <a16:creationId xmlns:a16="http://schemas.microsoft.com/office/drawing/2014/main" id="{C44E82E5-1670-9415-ADC2-2E09EC5831CC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0" name="Rectangle 2059">
                  <a:extLst>
                    <a:ext uri="{FF2B5EF4-FFF2-40B4-BE49-F238E27FC236}">
                      <a16:creationId xmlns:a16="http://schemas.microsoft.com/office/drawing/2014/main" id="{341ACCF8-127B-5513-05FD-C20085FAFA71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1" name="Rectangle 2060">
                  <a:extLst>
                    <a:ext uri="{FF2B5EF4-FFF2-40B4-BE49-F238E27FC236}">
                      <a16:creationId xmlns:a16="http://schemas.microsoft.com/office/drawing/2014/main" id="{140CC1FE-221F-2F6E-7DD9-C22E3FC3DD74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2" name="Rectangle 2061">
                  <a:extLst>
                    <a:ext uri="{FF2B5EF4-FFF2-40B4-BE49-F238E27FC236}">
                      <a16:creationId xmlns:a16="http://schemas.microsoft.com/office/drawing/2014/main" id="{D0B532A7-EB58-92D2-329F-E56CA5B5D04F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3" name="Rectangle 2062">
                  <a:extLst>
                    <a:ext uri="{FF2B5EF4-FFF2-40B4-BE49-F238E27FC236}">
                      <a16:creationId xmlns:a16="http://schemas.microsoft.com/office/drawing/2014/main" id="{469BDE4D-573A-D81B-A253-278DDE213933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4" name="Rectangle 2063">
                  <a:extLst>
                    <a:ext uri="{FF2B5EF4-FFF2-40B4-BE49-F238E27FC236}">
                      <a16:creationId xmlns:a16="http://schemas.microsoft.com/office/drawing/2014/main" id="{7ED6D95B-2C0F-6B6F-9103-F2491EDEECDF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5" name="Rectangle 2064">
                  <a:extLst>
                    <a:ext uri="{FF2B5EF4-FFF2-40B4-BE49-F238E27FC236}">
                      <a16:creationId xmlns:a16="http://schemas.microsoft.com/office/drawing/2014/main" id="{B772ECF1-EB2E-D2DD-96B2-48C7BEF95220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6" name="Rectangle 2065">
                  <a:extLst>
                    <a:ext uri="{FF2B5EF4-FFF2-40B4-BE49-F238E27FC236}">
                      <a16:creationId xmlns:a16="http://schemas.microsoft.com/office/drawing/2014/main" id="{DADF88CD-7B9E-4AF4-7BDF-9415342F1626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7" name="Rectangle 2066">
                  <a:extLst>
                    <a:ext uri="{FF2B5EF4-FFF2-40B4-BE49-F238E27FC236}">
                      <a16:creationId xmlns:a16="http://schemas.microsoft.com/office/drawing/2014/main" id="{279E7136-435C-3739-FC0F-8772AE8DBC4A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8" name="Rectangle 2067">
                  <a:extLst>
                    <a:ext uri="{FF2B5EF4-FFF2-40B4-BE49-F238E27FC236}">
                      <a16:creationId xmlns:a16="http://schemas.microsoft.com/office/drawing/2014/main" id="{6FE13A3C-67D1-8DD9-7B87-C1EAF7A9FD83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69" name="Rectangle 2068">
                  <a:extLst>
                    <a:ext uri="{FF2B5EF4-FFF2-40B4-BE49-F238E27FC236}">
                      <a16:creationId xmlns:a16="http://schemas.microsoft.com/office/drawing/2014/main" id="{0136A2C1-DA29-D94E-A216-185961010435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0" name="Rectangle 2069">
                  <a:extLst>
                    <a:ext uri="{FF2B5EF4-FFF2-40B4-BE49-F238E27FC236}">
                      <a16:creationId xmlns:a16="http://schemas.microsoft.com/office/drawing/2014/main" id="{48EFC56B-AED0-712B-60D1-D40370B9C7C8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1" name="Rectangle 2070">
                  <a:extLst>
                    <a:ext uri="{FF2B5EF4-FFF2-40B4-BE49-F238E27FC236}">
                      <a16:creationId xmlns:a16="http://schemas.microsoft.com/office/drawing/2014/main" id="{085141B2-6090-49F3-7E4A-99165B828B84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2" name="Rectangle 2071">
                  <a:extLst>
                    <a:ext uri="{FF2B5EF4-FFF2-40B4-BE49-F238E27FC236}">
                      <a16:creationId xmlns:a16="http://schemas.microsoft.com/office/drawing/2014/main" id="{750DDD2E-4D43-5B5C-56B4-364B0BDEEE94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3" name="Rectangle 2072">
                  <a:extLst>
                    <a:ext uri="{FF2B5EF4-FFF2-40B4-BE49-F238E27FC236}">
                      <a16:creationId xmlns:a16="http://schemas.microsoft.com/office/drawing/2014/main" id="{8CFF01A3-CC55-BC63-DA45-31344EDDF8D4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4" name="Rectangle 2073">
                  <a:extLst>
                    <a:ext uri="{FF2B5EF4-FFF2-40B4-BE49-F238E27FC236}">
                      <a16:creationId xmlns:a16="http://schemas.microsoft.com/office/drawing/2014/main" id="{062E5520-039F-732D-6C4C-CC3A37C7CDA7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5" name="Rectangle 2074">
                  <a:extLst>
                    <a:ext uri="{FF2B5EF4-FFF2-40B4-BE49-F238E27FC236}">
                      <a16:creationId xmlns:a16="http://schemas.microsoft.com/office/drawing/2014/main" id="{7480D2EE-9ACE-36E9-55B8-DC3DCA213D34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6" name="Rectangle 2075">
                  <a:extLst>
                    <a:ext uri="{FF2B5EF4-FFF2-40B4-BE49-F238E27FC236}">
                      <a16:creationId xmlns:a16="http://schemas.microsoft.com/office/drawing/2014/main" id="{68E41922-C6C2-93AD-988E-FE0EEAB13F54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7" name="Rectangle 2076">
                  <a:extLst>
                    <a:ext uri="{FF2B5EF4-FFF2-40B4-BE49-F238E27FC236}">
                      <a16:creationId xmlns:a16="http://schemas.microsoft.com/office/drawing/2014/main" id="{EDD47587-A97F-0AC1-9E37-15AEEF625CFB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8" name="Rectangle 2077">
                  <a:extLst>
                    <a:ext uri="{FF2B5EF4-FFF2-40B4-BE49-F238E27FC236}">
                      <a16:creationId xmlns:a16="http://schemas.microsoft.com/office/drawing/2014/main" id="{70AF1CE6-CB4B-A769-7EAB-475CFA18AAE9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79" name="Rectangle 2078">
                  <a:extLst>
                    <a:ext uri="{FF2B5EF4-FFF2-40B4-BE49-F238E27FC236}">
                      <a16:creationId xmlns:a16="http://schemas.microsoft.com/office/drawing/2014/main" id="{5275862D-5EEC-F7A7-5CE2-573B64C8E300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2176" name="Group 2175">
              <a:extLst>
                <a:ext uri="{FF2B5EF4-FFF2-40B4-BE49-F238E27FC236}">
                  <a16:creationId xmlns:a16="http://schemas.microsoft.com/office/drawing/2014/main" id="{E4D46E31-2F7B-58C8-C06D-8335E6EEECF8}"/>
                </a:ext>
              </a:extLst>
            </p:cNvPr>
            <p:cNvGrpSpPr/>
            <p:nvPr/>
          </p:nvGrpSpPr>
          <p:grpSpPr>
            <a:xfrm>
              <a:off x="12151360" y="0"/>
              <a:ext cx="934720" cy="7477760"/>
              <a:chOff x="0" y="0"/>
              <a:chExt cx="934720" cy="7477760"/>
            </a:xfrm>
          </p:grpSpPr>
          <p:grpSp>
            <p:nvGrpSpPr>
              <p:cNvPr id="2177" name="Group 2176">
                <a:extLst>
                  <a:ext uri="{FF2B5EF4-FFF2-40B4-BE49-F238E27FC236}">
                    <a16:creationId xmlns:a16="http://schemas.microsoft.com/office/drawing/2014/main" id="{A1E75371-81C9-6D25-B450-CB7A7F1A0025}"/>
                  </a:ext>
                </a:extLst>
              </p:cNvPr>
              <p:cNvGrpSpPr/>
              <p:nvPr/>
            </p:nvGrpSpPr>
            <p:grpSpPr>
              <a:xfrm>
                <a:off x="0" y="0"/>
                <a:ext cx="233680" cy="7477760"/>
                <a:chOff x="0" y="0"/>
                <a:chExt cx="233680" cy="7477760"/>
              </a:xfrm>
            </p:grpSpPr>
            <p:sp>
              <p:nvSpPr>
                <p:cNvPr id="2277" name="Rectangle 2276">
                  <a:extLst>
                    <a:ext uri="{FF2B5EF4-FFF2-40B4-BE49-F238E27FC236}">
                      <a16:creationId xmlns:a16="http://schemas.microsoft.com/office/drawing/2014/main" id="{5B982072-C7D0-BAB3-CFD3-CB6DFE46CDA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8" name="Rectangle 2277">
                  <a:extLst>
                    <a:ext uri="{FF2B5EF4-FFF2-40B4-BE49-F238E27FC236}">
                      <a16:creationId xmlns:a16="http://schemas.microsoft.com/office/drawing/2014/main" id="{B75F8164-A962-91C8-35EA-CB4B3CEF6F57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9" name="Rectangle 2278">
                  <a:extLst>
                    <a:ext uri="{FF2B5EF4-FFF2-40B4-BE49-F238E27FC236}">
                      <a16:creationId xmlns:a16="http://schemas.microsoft.com/office/drawing/2014/main" id="{17B11CD6-3612-68D2-AEAF-5B781086C338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0" name="Rectangle 2279">
                  <a:extLst>
                    <a:ext uri="{FF2B5EF4-FFF2-40B4-BE49-F238E27FC236}">
                      <a16:creationId xmlns:a16="http://schemas.microsoft.com/office/drawing/2014/main" id="{787FD844-426E-3580-123E-58680A3D1430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1" name="Rectangle 2280">
                  <a:extLst>
                    <a:ext uri="{FF2B5EF4-FFF2-40B4-BE49-F238E27FC236}">
                      <a16:creationId xmlns:a16="http://schemas.microsoft.com/office/drawing/2014/main" id="{EB2E0FD5-5258-3D74-44D4-BE92EE94501E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2" name="Rectangle 2281">
                  <a:extLst>
                    <a:ext uri="{FF2B5EF4-FFF2-40B4-BE49-F238E27FC236}">
                      <a16:creationId xmlns:a16="http://schemas.microsoft.com/office/drawing/2014/main" id="{F163D5BE-18BF-D633-145C-28196AF76369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3" name="Rectangle 2282">
                  <a:extLst>
                    <a:ext uri="{FF2B5EF4-FFF2-40B4-BE49-F238E27FC236}">
                      <a16:creationId xmlns:a16="http://schemas.microsoft.com/office/drawing/2014/main" id="{3ADAB9B3-433A-EF53-0649-F7170EB0106E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4" name="Rectangle 2283">
                  <a:extLst>
                    <a:ext uri="{FF2B5EF4-FFF2-40B4-BE49-F238E27FC236}">
                      <a16:creationId xmlns:a16="http://schemas.microsoft.com/office/drawing/2014/main" id="{3E9261D9-630F-683C-57C9-230DD1B81006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5" name="Rectangle 2284">
                  <a:extLst>
                    <a:ext uri="{FF2B5EF4-FFF2-40B4-BE49-F238E27FC236}">
                      <a16:creationId xmlns:a16="http://schemas.microsoft.com/office/drawing/2014/main" id="{3A67D971-3D03-C51E-405A-B5EFD401E5E2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6" name="Rectangle 2285">
                  <a:extLst>
                    <a:ext uri="{FF2B5EF4-FFF2-40B4-BE49-F238E27FC236}">
                      <a16:creationId xmlns:a16="http://schemas.microsoft.com/office/drawing/2014/main" id="{CCBA2BAA-0714-8F6F-FDA0-F31310ECB3A0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7" name="Rectangle 2286">
                  <a:extLst>
                    <a:ext uri="{FF2B5EF4-FFF2-40B4-BE49-F238E27FC236}">
                      <a16:creationId xmlns:a16="http://schemas.microsoft.com/office/drawing/2014/main" id="{A7EB29C5-DF03-2EE5-C443-22E64F78E031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8" name="Rectangle 2287">
                  <a:extLst>
                    <a:ext uri="{FF2B5EF4-FFF2-40B4-BE49-F238E27FC236}">
                      <a16:creationId xmlns:a16="http://schemas.microsoft.com/office/drawing/2014/main" id="{8CBC0E97-DF11-0001-621D-D6F7AA32C20A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89" name="Rectangle 2288">
                  <a:extLst>
                    <a:ext uri="{FF2B5EF4-FFF2-40B4-BE49-F238E27FC236}">
                      <a16:creationId xmlns:a16="http://schemas.microsoft.com/office/drawing/2014/main" id="{B0D29469-0698-699D-A656-A1EF9477EE11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0" name="Rectangle 2289">
                  <a:extLst>
                    <a:ext uri="{FF2B5EF4-FFF2-40B4-BE49-F238E27FC236}">
                      <a16:creationId xmlns:a16="http://schemas.microsoft.com/office/drawing/2014/main" id="{B896AECC-7B4A-741E-A290-8E65C19ADCF0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1" name="Rectangle 2290">
                  <a:extLst>
                    <a:ext uri="{FF2B5EF4-FFF2-40B4-BE49-F238E27FC236}">
                      <a16:creationId xmlns:a16="http://schemas.microsoft.com/office/drawing/2014/main" id="{E7E48E37-C3E0-FBDB-0964-10FADD7B1293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2" name="Rectangle 2291">
                  <a:extLst>
                    <a:ext uri="{FF2B5EF4-FFF2-40B4-BE49-F238E27FC236}">
                      <a16:creationId xmlns:a16="http://schemas.microsoft.com/office/drawing/2014/main" id="{75EA72E6-FC8D-420F-F7C9-E49FDF1C1BAF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3" name="Rectangle 2292">
                  <a:extLst>
                    <a:ext uri="{FF2B5EF4-FFF2-40B4-BE49-F238E27FC236}">
                      <a16:creationId xmlns:a16="http://schemas.microsoft.com/office/drawing/2014/main" id="{821FB553-D5B1-9A09-C93D-38EA99DB1ED6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4" name="Rectangle 2293">
                  <a:extLst>
                    <a:ext uri="{FF2B5EF4-FFF2-40B4-BE49-F238E27FC236}">
                      <a16:creationId xmlns:a16="http://schemas.microsoft.com/office/drawing/2014/main" id="{33282495-6A0D-D5C1-E526-FD498B1A94F8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5" name="Rectangle 2294">
                  <a:extLst>
                    <a:ext uri="{FF2B5EF4-FFF2-40B4-BE49-F238E27FC236}">
                      <a16:creationId xmlns:a16="http://schemas.microsoft.com/office/drawing/2014/main" id="{2ABBC920-1CA1-20C9-4CCA-5DC013F1570D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6" name="Rectangle 2295">
                  <a:extLst>
                    <a:ext uri="{FF2B5EF4-FFF2-40B4-BE49-F238E27FC236}">
                      <a16:creationId xmlns:a16="http://schemas.microsoft.com/office/drawing/2014/main" id="{D3256E8A-6557-9F70-8B5D-58F8F1DF447D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7" name="Rectangle 2296">
                  <a:extLst>
                    <a:ext uri="{FF2B5EF4-FFF2-40B4-BE49-F238E27FC236}">
                      <a16:creationId xmlns:a16="http://schemas.microsoft.com/office/drawing/2014/main" id="{EE56C90B-115F-1B93-471B-96AFF492D48C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8" name="Rectangle 2297">
                  <a:extLst>
                    <a:ext uri="{FF2B5EF4-FFF2-40B4-BE49-F238E27FC236}">
                      <a16:creationId xmlns:a16="http://schemas.microsoft.com/office/drawing/2014/main" id="{2AA2552D-8F85-D209-1A54-9CB6F353B2F5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99" name="Rectangle 2298">
                  <a:extLst>
                    <a:ext uri="{FF2B5EF4-FFF2-40B4-BE49-F238E27FC236}">
                      <a16:creationId xmlns:a16="http://schemas.microsoft.com/office/drawing/2014/main" id="{7FD7685A-CD69-46BB-E7B6-571EA0CEBED3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0" name="Rectangle 2299">
                  <a:extLst>
                    <a:ext uri="{FF2B5EF4-FFF2-40B4-BE49-F238E27FC236}">
                      <a16:creationId xmlns:a16="http://schemas.microsoft.com/office/drawing/2014/main" id="{2ADE14B5-D20E-CD90-FA75-C0D82C2C1B54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1" name="Rectangle 2300">
                  <a:extLst>
                    <a:ext uri="{FF2B5EF4-FFF2-40B4-BE49-F238E27FC236}">
                      <a16:creationId xmlns:a16="http://schemas.microsoft.com/office/drawing/2014/main" id="{6D77C21E-0AD2-28DA-56D2-7D1A8B523DB9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2" name="Rectangle 2301">
                  <a:extLst>
                    <a:ext uri="{FF2B5EF4-FFF2-40B4-BE49-F238E27FC236}">
                      <a16:creationId xmlns:a16="http://schemas.microsoft.com/office/drawing/2014/main" id="{B3CA1E90-90D8-85AD-F387-FFE27C1379E4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3" name="Rectangle 2302">
                  <a:extLst>
                    <a:ext uri="{FF2B5EF4-FFF2-40B4-BE49-F238E27FC236}">
                      <a16:creationId xmlns:a16="http://schemas.microsoft.com/office/drawing/2014/main" id="{AE572C97-2896-1096-4072-E7E8040D1FD2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4" name="Rectangle 2303">
                  <a:extLst>
                    <a:ext uri="{FF2B5EF4-FFF2-40B4-BE49-F238E27FC236}">
                      <a16:creationId xmlns:a16="http://schemas.microsoft.com/office/drawing/2014/main" id="{4C0D7BB5-EE1F-8868-5DB5-60DCB0B5CD90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5" name="Rectangle 2304">
                  <a:extLst>
                    <a:ext uri="{FF2B5EF4-FFF2-40B4-BE49-F238E27FC236}">
                      <a16:creationId xmlns:a16="http://schemas.microsoft.com/office/drawing/2014/main" id="{9A1215C6-8E93-491C-870C-435FC02D7652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6" name="Rectangle 2305">
                  <a:extLst>
                    <a:ext uri="{FF2B5EF4-FFF2-40B4-BE49-F238E27FC236}">
                      <a16:creationId xmlns:a16="http://schemas.microsoft.com/office/drawing/2014/main" id="{1CA8FBBD-6B35-5E23-9209-0F48596D8FDC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7" name="Rectangle 2306">
                  <a:extLst>
                    <a:ext uri="{FF2B5EF4-FFF2-40B4-BE49-F238E27FC236}">
                      <a16:creationId xmlns:a16="http://schemas.microsoft.com/office/drawing/2014/main" id="{2CEE2115-E01A-47BF-1AB6-29826D44F270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08" name="Rectangle 2307">
                  <a:extLst>
                    <a:ext uri="{FF2B5EF4-FFF2-40B4-BE49-F238E27FC236}">
                      <a16:creationId xmlns:a16="http://schemas.microsoft.com/office/drawing/2014/main" id="{A69E1F71-463E-3B32-D73A-EC3B342BD943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78" name="Group 2177">
                <a:extLst>
                  <a:ext uri="{FF2B5EF4-FFF2-40B4-BE49-F238E27FC236}">
                    <a16:creationId xmlns:a16="http://schemas.microsoft.com/office/drawing/2014/main" id="{427155BD-ED5D-452A-E7B4-4853A009F301}"/>
                  </a:ext>
                </a:extLst>
              </p:cNvPr>
              <p:cNvGrpSpPr/>
              <p:nvPr/>
            </p:nvGrpSpPr>
            <p:grpSpPr>
              <a:xfrm>
                <a:off x="233680" y="0"/>
                <a:ext cx="233680" cy="7477760"/>
                <a:chOff x="0" y="0"/>
                <a:chExt cx="233680" cy="7477760"/>
              </a:xfrm>
            </p:grpSpPr>
            <p:sp>
              <p:nvSpPr>
                <p:cNvPr id="2245" name="Rectangle 2244">
                  <a:extLst>
                    <a:ext uri="{FF2B5EF4-FFF2-40B4-BE49-F238E27FC236}">
                      <a16:creationId xmlns:a16="http://schemas.microsoft.com/office/drawing/2014/main" id="{16D5988D-15B1-B07C-76FA-2B0513A0028F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6" name="Rectangle 2245">
                  <a:extLst>
                    <a:ext uri="{FF2B5EF4-FFF2-40B4-BE49-F238E27FC236}">
                      <a16:creationId xmlns:a16="http://schemas.microsoft.com/office/drawing/2014/main" id="{45361D69-A3D2-E6E9-80E4-8402810A8E48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7" name="Rectangle 2246">
                  <a:extLst>
                    <a:ext uri="{FF2B5EF4-FFF2-40B4-BE49-F238E27FC236}">
                      <a16:creationId xmlns:a16="http://schemas.microsoft.com/office/drawing/2014/main" id="{4C65183E-82E9-3935-44FF-54550AE1EBAF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8" name="Rectangle 2247">
                  <a:extLst>
                    <a:ext uri="{FF2B5EF4-FFF2-40B4-BE49-F238E27FC236}">
                      <a16:creationId xmlns:a16="http://schemas.microsoft.com/office/drawing/2014/main" id="{54B68F62-2AF4-7639-FFB4-C46E52AC7CE2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9" name="Rectangle 2248">
                  <a:extLst>
                    <a:ext uri="{FF2B5EF4-FFF2-40B4-BE49-F238E27FC236}">
                      <a16:creationId xmlns:a16="http://schemas.microsoft.com/office/drawing/2014/main" id="{4DEEACAC-AC4B-A981-2D48-0438F6E1AC1B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0" name="Rectangle 2249">
                  <a:extLst>
                    <a:ext uri="{FF2B5EF4-FFF2-40B4-BE49-F238E27FC236}">
                      <a16:creationId xmlns:a16="http://schemas.microsoft.com/office/drawing/2014/main" id="{A2E75F45-DEB3-2D55-6545-EE359F02DFDE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1" name="Rectangle 2250">
                  <a:extLst>
                    <a:ext uri="{FF2B5EF4-FFF2-40B4-BE49-F238E27FC236}">
                      <a16:creationId xmlns:a16="http://schemas.microsoft.com/office/drawing/2014/main" id="{572DBE81-A8E3-3182-8E28-726A2748EF38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2" name="Rectangle 2251">
                  <a:extLst>
                    <a:ext uri="{FF2B5EF4-FFF2-40B4-BE49-F238E27FC236}">
                      <a16:creationId xmlns:a16="http://schemas.microsoft.com/office/drawing/2014/main" id="{B7F5C8CD-983B-79FF-E815-6E7D78462821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3" name="Rectangle 2252">
                  <a:extLst>
                    <a:ext uri="{FF2B5EF4-FFF2-40B4-BE49-F238E27FC236}">
                      <a16:creationId xmlns:a16="http://schemas.microsoft.com/office/drawing/2014/main" id="{8BE10872-7BFE-24EB-336E-FDA42816AB04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4" name="Rectangle 2253">
                  <a:extLst>
                    <a:ext uri="{FF2B5EF4-FFF2-40B4-BE49-F238E27FC236}">
                      <a16:creationId xmlns:a16="http://schemas.microsoft.com/office/drawing/2014/main" id="{81FA4FFE-426F-00D5-CDE7-7B6C0013D57A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5" name="Rectangle 2254">
                  <a:extLst>
                    <a:ext uri="{FF2B5EF4-FFF2-40B4-BE49-F238E27FC236}">
                      <a16:creationId xmlns:a16="http://schemas.microsoft.com/office/drawing/2014/main" id="{C0621260-2875-DCBB-39BB-0F068936C9D8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6" name="Rectangle 2255">
                  <a:extLst>
                    <a:ext uri="{FF2B5EF4-FFF2-40B4-BE49-F238E27FC236}">
                      <a16:creationId xmlns:a16="http://schemas.microsoft.com/office/drawing/2014/main" id="{789DC086-FE33-080C-8CF4-DB7923B48B33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7" name="Rectangle 2256">
                  <a:extLst>
                    <a:ext uri="{FF2B5EF4-FFF2-40B4-BE49-F238E27FC236}">
                      <a16:creationId xmlns:a16="http://schemas.microsoft.com/office/drawing/2014/main" id="{27115993-540B-4B6A-F848-4DDCE19D8477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8" name="Rectangle 2257">
                  <a:extLst>
                    <a:ext uri="{FF2B5EF4-FFF2-40B4-BE49-F238E27FC236}">
                      <a16:creationId xmlns:a16="http://schemas.microsoft.com/office/drawing/2014/main" id="{E4F1C224-7BA5-C381-B341-9721910A89E6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59" name="Rectangle 2258">
                  <a:extLst>
                    <a:ext uri="{FF2B5EF4-FFF2-40B4-BE49-F238E27FC236}">
                      <a16:creationId xmlns:a16="http://schemas.microsoft.com/office/drawing/2014/main" id="{B507BD20-06A7-C6B4-CD97-BC63BBA26D5D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60" name="Rectangle 2259">
                  <a:extLst>
                    <a:ext uri="{FF2B5EF4-FFF2-40B4-BE49-F238E27FC236}">
                      <a16:creationId xmlns:a16="http://schemas.microsoft.com/office/drawing/2014/main" id="{799287F4-0C59-358E-E2C0-22F46EE65D0E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61" name="Rectangle 2260">
                  <a:extLst>
                    <a:ext uri="{FF2B5EF4-FFF2-40B4-BE49-F238E27FC236}">
                      <a16:creationId xmlns:a16="http://schemas.microsoft.com/office/drawing/2014/main" id="{522B0407-41A5-758F-85DE-2CDFFD498A1F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62" name="Rectangle 2261">
                  <a:extLst>
                    <a:ext uri="{FF2B5EF4-FFF2-40B4-BE49-F238E27FC236}">
                      <a16:creationId xmlns:a16="http://schemas.microsoft.com/office/drawing/2014/main" id="{45349B38-09A3-E2F4-D505-6F49794A45E0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63" name="Rectangle 2262">
                  <a:extLst>
                    <a:ext uri="{FF2B5EF4-FFF2-40B4-BE49-F238E27FC236}">
                      <a16:creationId xmlns:a16="http://schemas.microsoft.com/office/drawing/2014/main" id="{C0908FCF-4EBB-D309-5345-B05FB7C42E2E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64" name="Rectangle 2263">
                  <a:extLst>
                    <a:ext uri="{FF2B5EF4-FFF2-40B4-BE49-F238E27FC236}">
                      <a16:creationId xmlns:a16="http://schemas.microsoft.com/office/drawing/2014/main" id="{1DB70C7F-BB98-AEB6-453F-D031E7BC565D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65" name="Rectangle 2264">
                  <a:extLst>
                    <a:ext uri="{FF2B5EF4-FFF2-40B4-BE49-F238E27FC236}">
                      <a16:creationId xmlns:a16="http://schemas.microsoft.com/office/drawing/2014/main" id="{06D5643A-A6BC-1430-195A-F95224814F9E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66" name="Rectangle 2265">
                  <a:extLst>
                    <a:ext uri="{FF2B5EF4-FFF2-40B4-BE49-F238E27FC236}">
                      <a16:creationId xmlns:a16="http://schemas.microsoft.com/office/drawing/2014/main" id="{822233E0-5711-8BDC-A33A-B2516C1E4149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67" name="Rectangle 2266">
                  <a:extLst>
                    <a:ext uri="{FF2B5EF4-FFF2-40B4-BE49-F238E27FC236}">
                      <a16:creationId xmlns:a16="http://schemas.microsoft.com/office/drawing/2014/main" id="{FF9AFB5D-5BAA-A185-E449-AD923200671E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68" name="Rectangle 2267">
                  <a:extLst>
                    <a:ext uri="{FF2B5EF4-FFF2-40B4-BE49-F238E27FC236}">
                      <a16:creationId xmlns:a16="http://schemas.microsoft.com/office/drawing/2014/main" id="{29C906C0-4132-686F-A9B0-3197E227A8BB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69" name="Rectangle 2268">
                  <a:extLst>
                    <a:ext uri="{FF2B5EF4-FFF2-40B4-BE49-F238E27FC236}">
                      <a16:creationId xmlns:a16="http://schemas.microsoft.com/office/drawing/2014/main" id="{FB38E43F-2935-2335-0037-8078C9DEFE02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0" name="Rectangle 2269">
                  <a:extLst>
                    <a:ext uri="{FF2B5EF4-FFF2-40B4-BE49-F238E27FC236}">
                      <a16:creationId xmlns:a16="http://schemas.microsoft.com/office/drawing/2014/main" id="{8999D120-4869-E936-5F67-74F5A0414344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1" name="Rectangle 2270">
                  <a:extLst>
                    <a:ext uri="{FF2B5EF4-FFF2-40B4-BE49-F238E27FC236}">
                      <a16:creationId xmlns:a16="http://schemas.microsoft.com/office/drawing/2014/main" id="{51128259-E1D9-7A8A-4690-13105D05CFB6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2" name="Rectangle 2271">
                  <a:extLst>
                    <a:ext uri="{FF2B5EF4-FFF2-40B4-BE49-F238E27FC236}">
                      <a16:creationId xmlns:a16="http://schemas.microsoft.com/office/drawing/2014/main" id="{3421E259-5526-9BCD-196C-70E5854EE665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3" name="Rectangle 2272">
                  <a:extLst>
                    <a:ext uri="{FF2B5EF4-FFF2-40B4-BE49-F238E27FC236}">
                      <a16:creationId xmlns:a16="http://schemas.microsoft.com/office/drawing/2014/main" id="{FC377F1B-7C6B-0CE3-4553-18E6BD450D1E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4" name="Rectangle 2273">
                  <a:extLst>
                    <a:ext uri="{FF2B5EF4-FFF2-40B4-BE49-F238E27FC236}">
                      <a16:creationId xmlns:a16="http://schemas.microsoft.com/office/drawing/2014/main" id="{0222B115-B4D6-8B24-0972-358FB8B79505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5" name="Rectangle 2274">
                  <a:extLst>
                    <a:ext uri="{FF2B5EF4-FFF2-40B4-BE49-F238E27FC236}">
                      <a16:creationId xmlns:a16="http://schemas.microsoft.com/office/drawing/2014/main" id="{CEEE355D-8B06-48A8-257C-F5D8129BF151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76" name="Rectangle 2275">
                  <a:extLst>
                    <a:ext uri="{FF2B5EF4-FFF2-40B4-BE49-F238E27FC236}">
                      <a16:creationId xmlns:a16="http://schemas.microsoft.com/office/drawing/2014/main" id="{91DF5A0C-8C26-13E5-2501-9322A4F26584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79" name="Group 2178">
                <a:extLst>
                  <a:ext uri="{FF2B5EF4-FFF2-40B4-BE49-F238E27FC236}">
                    <a16:creationId xmlns:a16="http://schemas.microsoft.com/office/drawing/2014/main" id="{C4D266BF-79E6-0739-486E-06BA4493DE64}"/>
                  </a:ext>
                </a:extLst>
              </p:cNvPr>
              <p:cNvGrpSpPr/>
              <p:nvPr/>
            </p:nvGrpSpPr>
            <p:grpSpPr>
              <a:xfrm>
                <a:off x="467360" y="0"/>
                <a:ext cx="233680" cy="7477760"/>
                <a:chOff x="0" y="0"/>
                <a:chExt cx="233680" cy="7477760"/>
              </a:xfrm>
            </p:grpSpPr>
            <p:sp>
              <p:nvSpPr>
                <p:cNvPr id="2213" name="Rectangle 2212">
                  <a:extLst>
                    <a:ext uri="{FF2B5EF4-FFF2-40B4-BE49-F238E27FC236}">
                      <a16:creationId xmlns:a16="http://schemas.microsoft.com/office/drawing/2014/main" id="{B6B94001-A4A4-5D7C-1E77-98972325CFA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4" name="Rectangle 2213">
                  <a:extLst>
                    <a:ext uri="{FF2B5EF4-FFF2-40B4-BE49-F238E27FC236}">
                      <a16:creationId xmlns:a16="http://schemas.microsoft.com/office/drawing/2014/main" id="{41A91640-5AE8-793A-8D1A-B5E06D985287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5" name="Rectangle 2214">
                  <a:extLst>
                    <a:ext uri="{FF2B5EF4-FFF2-40B4-BE49-F238E27FC236}">
                      <a16:creationId xmlns:a16="http://schemas.microsoft.com/office/drawing/2014/main" id="{A85E0FCA-9ABB-0B75-3794-A3C478D6A598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6" name="Rectangle 2215">
                  <a:extLst>
                    <a:ext uri="{FF2B5EF4-FFF2-40B4-BE49-F238E27FC236}">
                      <a16:creationId xmlns:a16="http://schemas.microsoft.com/office/drawing/2014/main" id="{34E4DA4D-C0EE-5D8C-A95F-D894BCB75A85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7" name="Rectangle 2216">
                  <a:extLst>
                    <a:ext uri="{FF2B5EF4-FFF2-40B4-BE49-F238E27FC236}">
                      <a16:creationId xmlns:a16="http://schemas.microsoft.com/office/drawing/2014/main" id="{131A4B07-76CF-3572-F060-CBFC3B61C1B0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8" name="Rectangle 2217">
                  <a:extLst>
                    <a:ext uri="{FF2B5EF4-FFF2-40B4-BE49-F238E27FC236}">
                      <a16:creationId xmlns:a16="http://schemas.microsoft.com/office/drawing/2014/main" id="{4340C313-1A0E-D629-06D3-122BA9F85EDE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9" name="Rectangle 2218">
                  <a:extLst>
                    <a:ext uri="{FF2B5EF4-FFF2-40B4-BE49-F238E27FC236}">
                      <a16:creationId xmlns:a16="http://schemas.microsoft.com/office/drawing/2014/main" id="{61FC4D9E-1B92-004D-4893-6E0F71D7FB35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0" name="Rectangle 2219">
                  <a:extLst>
                    <a:ext uri="{FF2B5EF4-FFF2-40B4-BE49-F238E27FC236}">
                      <a16:creationId xmlns:a16="http://schemas.microsoft.com/office/drawing/2014/main" id="{B50A1BC2-6BAC-F281-4CE5-F00C7DA88195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1" name="Rectangle 2220">
                  <a:extLst>
                    <a:ext uri="{FF2B5EF4-FFF2-40B4-BE49-F238E27FC236}">
                      <a16:creationId xmlns:a16="http://schemas.microsoft.com/office/drawing/2014/main" id="{9E12303D-8206-5D71-D187-B0B4D4C2AB2F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2" name="Rectangle 2221">
                  <a:extLst>
                    <a:ext uri="{FF2B5EF4-FFF2-40B4-BE49-F238E27FC236}">
                      <a16:creationId xmlns:a16="http://schemas.microsoft.com/office/drawing/2014/main" id="{66939A2D-19BC-8B26-7C77-31EF1DE56DC7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3" name="Rectangle 2222">
                  <a:extLst>
                    <a:ext uri="{FF2B5EF4-FFF2-40B4-BE49-F238E27FC236}">
                      <a16:creationId xmlns:a16="http://schemas.microsoft.com/office/drawing/2014/main" id="{1E804C74-D60C-6FF4-F512-12A735DE7E42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4" name="Rectangle 2223">
                  <a:extLst>
                    <a:ext uri="{FF2B5EF4-FFF2-40B4-BE49-F238E27FC236}">
                      <a16:creationId xmlns:a16="http://schemas.microsoft.com/office/drawing/2014/main" id="{0DB786C3-30FB-3707-1807-A0F84272AB62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5" name="Rectangle 2224">
                  <a:extLst>
                    <a:ext uri="{FF2B5EF4-FFF2-40B4-BE49-F238E27FC236}">
                      <a16:creationId xmlns:a16="http://schemas.microsoft.com/office/drawing/2014/main" id="{E7C4D075-8CCE-3726-278D-ACE9FBF13A10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6" name="Rectangle 2225">
                  <a:extLst>
                    <a:ext uri="{FF2B5EF4-FFF2-40B4-BE49-F238E27FC236}">
                      <a16:creationId xmlns:a16="http://schemas.microsoft.com/office/drawing/2014/main" id="{639A7758-1D7F-16C9-804D-8A1BA15CDD9F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7" name="Rectangle 2226">
                  <a:extLst>
                    <a:ext uri="{FF2B5EF4-FFF2-40B4-BE49-F238E27FC236}">
                      <a16:creationId xmlns:a16="http://schemas.microsoft.com/office/drawing/2014/main" id="{3A7E76D0-F571-12D2-17FF-100DE8C12C5D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8" name="Rectangle 2227">
                  <a:extLst>
                    <a:ext uri="{FF2B5EF4-FFF2-40B4-BE49-F238E27FC236}">
                      <a16:creationId xmlns:a16="http://schemas.microsoft.com/office/drawing/2014/main" id="{8B881AC2-271B-264C-7CAB-FA510F485AD2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29" name="Rectangle 2228">
                  <a:extLst>
                    <a:ext uri="{FF2B5EF4-FFF2-40B4-BE49-F238E27FC236}">
                      <a16:creationId xmlns:a16="http://schemas.microsoft.com/office/drawing/2014/main" id="{0C7FF4C5-C1A9-A457-1AAC-D8803D45EB65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0" name="Rectangle 2229">
                  <a:extLst>
                    <a:ext uri="{FF2B5EF4-FFF2-40B4-BE49-F238E27FC236}">
                      <a16:creationId xmlns:a16="http://schemas.microsoft.com/office/drawing/2014/main" id="{E230BDDD-469B-B479-C596-1F37DF071B98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1" name="Rectangle 2230">
                  <a:extLst>
                    <a:ext uri="{FF2B5EF4-FFF2-40B4-BE49-F238E27FC236}">
                      <a16:creationId xmlns:a16="http://schemas.microsoft.com/office/drawing/2014/main" id="{9E38A778-5F4C-534F-6F52-9F53B0AFA554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2" name="Rectangle 2231">
                  <a:extLst>
                    <a:ext uri="{FF2B5EF4-FFF2-40B4-BE49-F238E27FC236}">
                      <a16:creationId xmlns:a16="http://schemas.microsoft.com/office/drawing/2014/main" id="{CBC7232B-8BC8-92BF-EEB1-8E41B1CD2872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3" name="Rectangle 2232">
                  <a:extLst>
                    <a:ext uri="{FF2B5EF4-FFF2-40B4-BE49-F238E27FC236}">
                      <a16:creationId xmlns:a16="http://schemas.microsoft.com/office/drawing/2014/main" id="{E2812595-4C72-6F20-2276-D5DEB223C4BA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4" name="Rectangle 2233">
                  <a:extLst>
                    <a:ext uri="{FF2B5EF4-FFF2-40B4-BE49-F238E27FC236}">
                      <a16:creationId xmlns:a16="http://schemas.microsoft.com/office/drawing/2014/main" id="{22E4CEAC-AAC3-673B-CD6E-A8AD307FA1A3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5" name="Rectangle 2234">
                  <a:extLst>
                    <a:ext uri="{FF2B5EF4-FFF2-40B4-BE49-F238E27FC236}">
                      <a16:creationId xmlns:a16="http://schemas.microsoft.com/office/drawing/2014/main" id="{D31E6295-9E36-9AD9-CB61-910E52E23F4F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6" name="Rectangle 2235">
                  <a:extLst>
                    <a:ext uri="{FF2B5EF4-FFF2-40B4-BE49-F238E27FC236}">
                      <a16:creationId xmlns:a16="http://schemas.microsoft.com/office/drawing/2014/main" id="{8583B94E-77BB-ABB9-17C5-D49EDAEA14DB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7" name="Rectangle 2236">
                  <a:extLst>
                    <a:ext uri="{FF2B5EF4-FFF2-40B4-BE49-F238E27FC236}">
                      <a16:creationId xmlns:a16="http://schemas.microsoft.com/office/drawing/2014/main" id="{78C55F8A-71A5-F637-3E71-3EC8176B6EC0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8" name="Rectangle 2237">
                  <a:extLst>
                    <a:ext uri="{FF2B5EF4-FFF2-40B4-BE49-F238E27FC236}">
                      <a16:creationId xmlns:a16="http://schemas.microsoft.com/office/drawing/2014/main" id="{6B5ECF5F-F48A-960E-C986-12D6B768BBC9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39" name="Rectangle 2238">
                  <a:extLst>
                    <a:ext uri="{FF2B5EF4-FFF2-40B4-BE49-F238E27FC236}">
                      <a16:creationId xmlns:a16="http://schemas.microsoft.com/office/drawing/2014/main" id="{A4A881A6-44CA-F951-2800-FF0B90DA900C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0" name="Rectangle 2239">
                  <a:extLst>
                    <a:ext uri="{FF2B5EF4-FFF2-40B4-BE49-F238E27FC236}">
                      <a16:creationId xmlns:a16="http://schemas.microsoft.com/office/drawing/2014/main" id="{5F72420A-E8DC-F141-988D-B02CA803D496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1" name="Rectangle 2240">
                  <a:extLst>
                    <a:ext uri="{FF2B5EF4-FFF2-40B4-BE49-F238E27FC236}">
                      <a16:creationId xmlns:a16="http://schemas.microsoft.com/office/drawing/2014/main" id="{70847EC2-3009-3FC4-8D09-EF5CD6535308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2" name="Rectangle 2241">
                  <a:extLst>
                    <a:ext uri="{FF2B5EF4-FFF2-40B4-BE49-F238E27FC236}">
                      <a16:creationId xmlns:a16="http://schemas.microsoft.com/office/drawing/2014/main" id="{D5402F59-E0FD-E750-C659-D6B3DB855BF5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3" name="Rectangle 2242">
                  <a:extLst>
                    <a:ext uri="{FF2B5EF4-FFF2-40B4-BE49-F238E27FC236}">
                      <a16:creationId xmlns:a16="http://schemas.microsoft.com/office/drawing/2014/main" id="{181EADC5-B21D-AEA1-0CB7-11FAAE4AD681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44" name="Rectangle 2243">
                  <a:extLst>
                    <a:ext uri="{FF2B5EF4-FFF2-40B4-BE49-F238E27FC236}">
                      <a16:creationId xmlns:a16="http://schemas.microsoft.com/office/drawing/2014/main" id="{CA6653FD-9414-5E37-700E-B0EC0DF8D6DE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2180" name="Group 2179">
                <a:extLst>
                  <a:ext uri="{FF2B5EF4-FFF2-40B4-BE49-F238E27FC236}">
                    <a16:creationId xmlns:a16="http://schemas.microsoft.com/office/drawing/2014/main" id="{9523FC18-E713-0CCC-DA60-AFF0BB3C3E82}"/>
                  </a:ext>
                </a:extLst>
              </p:cNvPr>
              <p:cNvGrpSpPr/>
              <p:nvPr/>
            </p:nvGrpSpPr>
            <p:grpSpPr>
              <a:xfrm>
                <a:off x="701040" y="0"/>
                <a:ext cx="233680" cy="7477760"/>
                <a:chOff x="0" y="0"/>
                <a:chExt cx="233680" cy="7477760"/>
              </a:xfrm>
            </p:grpSpPr>
            <p:sp>
              <p:nvSpPr>
                <p:cNvPr id="2181" name="Rectangle 2180">
                  <a:extLst>
                    <a:ext uri="{FF2B5EF4-FFF2-40B4-BE49-F238E27FC236}">
                      <a16:creationId xmlns:a16="http://schemas.microsoft.com/office/drawing/2014/main" id="{91F52F98-816F-A6D6-357B-43FE770237F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2" name="Rectangle 2181">
                  <a:extLst>
                    <a:ext uri="{FF2B5EF4-FFF2-40B4-BE49-F238E27FC236}">
                      <a16:creationId xmlns:a16="http://schemas.microsoft.com/office/drawing/2014/main" id="{0FE049AE-40A4-A1D3-F7B8-0BC735A9330E}"/>
                    </a:ext>
                  </a:extLst>
                </p:cNvPr>
                <p:cNvSpPr/>
                <p:nvPr/>
              </p:nvSpPr>
              <p:spPr>
                <a:xfrm>
                  <a:off x="0" y="233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3" name="Rectangle 2182">
                  <a:extLst>
                    <a:ext uri="{FF2B5EF4-FFF2-40B4-BE49-F238E27FC236}">
                      <a16:creationId xmlns:a16="http://schemas.microsoft.com/office/drawing/2014/main" id="{0CB82A0E-3934-FA6B-D2B9-D939F4B86131}"/>
                    </a:ext>
                  </a:extLst>
                </p:cNvPr>
                <p:cNvSpPr/>
                <p:nvPr/>
              </p:nvSpPr>
              <p:spPr>
                <a:xfrm>
                  <a:off x="0" y="467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4" name="Rectangle 2183">
                  <a:extLst>
                    <a:ext uri="{FF2B5EF4-FFF2-40B4-BE49-F238E27FC236}">
                      <a16:creationId xmlns:a16="http://schemas.microsoft.com/office/drawing/2014/main" id="{1BAA8A8E-7E42-0CFA-A92D-E5BEB2BCA947}"/>
                    </a:ext>
                  </a:extLst>
                </p:cNvPr>
                <p:cNvSpPr/>
                <p:nvPr/>
              </p:nvSpPr>
              <p:spPr>
                <a:xfrm>
                  <a:off x="0" y="701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5" name="Rectangle 2184">
                  <a:extLst>
                    <a:ext uri="{FF2B5EF4-FFF2-40B4-BE49-F238E27FC236}">
                      <a16:creationId xmlns:a16="http://schemas.microsoft.com/office/drawing/2014/main" id="{EBD06C86-9563-2318-9078-ED82B70EA0FE}"/>
                    </a:ext>
                  </a:extLst>
                </p:cNvPr>
                <p:cNvSpPr/>
                <p:nvPr/>
              </p:nvSpPr>
              <p:spPr>
                <a:xfrm>
                  <a:off x="0" y="934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6" name="Rectangle 2185">
                  <a:extLst>
                    <a:ext uri="{FF2B5EF4-FFF2-40B4-BE49-F238E27FC236}">
                      <a16:creationId xmlns:a16="http://schemas.microsoft.com/office/drawing/2014/main" id="{E6B03D79-F47D-A2AB-4A48-238525A7B870}"/>
                    </a:ext>
                  </a:extLst>
                </p:cNvPr>
                <p:cNvSpPr/>
                <p:nvPr/>
              </p:nvSpPr>
              <p:spPr>
                <a:xfrm>
                  <a:off x="0" y="1168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7" name="Rectangle 2186">
                  <a:extLst>
                    <a:ext uri="{FF2B5EF4-FFF2-40B4-BE49-F238E27FC236}">
                      <a16:creationId xmlns:a16="http://schemas.microsoft.com/office/drawing/2014/main" id="{2770BFB4-55E8-B2A6-D374-18EFF818463A}"/>
                    </a:ext>
                  </a:extLst>
                </p:cNvPr>
                <p:cNvSpPr/>
                <p:nvPr/>
              </p:nvSpPr>
              <p:spPr>
                <a:xfrm>
                  <a:off x="0" y="1402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8" name="Rectangle 2187">
                  <a:extLst>
                    <a:ext uri="{FF2B5EF4-FFF2-40B4-BE49-F238E27FC236}">
                      <a16:creationId xmlns:a16="http://schemas.microsoft.com/office/drawing/2014/main" id="{5633DD60-66F9-D384-86AE-31A8BB0B838F}"/>
                    </a:ext>
                  </a:extLst>
                </p:cNvPr>
                <p:cNvSpPr/>
                <p:nvPr/>
              </p:nvSpPr>
              <p:spPr>
                <a:xfrm>
                  <a:off x="0" y="16357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89" name="Rectangle 2188">
                  <a:extLst>
                    <a:ext uri="{FF2B5EF4-FFF2-40B4-BE49-F238E27FC236}">
                      <a16:creationId xmlns:a16="http://schemas.microsoft.com/office/drawing/2014/main" id="{E8415DB4-D9D7-7EF8-24CD-A4696D46DB2E}"/>
                    </a:ext>
                  </a:extLst>
                </p:cNvPr>
                <p:cNvSpPr/>
                <p:nvPr/>
              </p:nvSpPr>
              <p:spPr>
                <a:xfrm>
                  <a:off x="0" y="18694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0" name="Rectangle 2189">
                  <a:extLst>
                    <a:ext uri="{FF2B5EF4-FFF2-40B4-BE49-F238E27FC236}">
                      <a16:creationId xmlns:a16="http://schemas.microsoft.com/office/drawing/2014/main" id="{08F494AD-0CC5-FEC1-6715-78ADF396D3F3}"/>
                    </a:ext>
                  </a:extLst>
                </p:cNvPr>
                <p:cNvSpPr/>
                <p:nvPr/>
              </p:nvSpPr>
              <p:spPr>
                <a:xfrm>
                  <a:off x="0" y="21031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1" name="Rectangle 2190">
                  <a:extLst>
                    <a:ext uri="{FF2B5EF4-FFF2-40B4-BE49-F238E27FC236}">
                      <a16:creationId xmlns:a16="http://schemas.microsoft.com/office/drawing/2014/main" id="{398F8625-9419-4553-3C0D-C22C4DEB123F}"/>
                    </a:ext>
                  </a:extLst>
                </p:cNvPr>
                <p:cNvSpPr/>
                <p:nvPr/>
              </p:nvSpPr>
              <p:spPr>
                <a:xfrm>
                  <a:off x="0" y="23368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2" name="Rectangle 2191">
                  <a:extLst>
                    <a:ext uri="{FF2B5EF4-FFF2-40B4-BE49-F238E27FC236}">
                      <a16:creationId xmlns:a16="http://schemas.microsoft.com/office/drawing/2014/main" id="{908D983B-930C-891B-4F51-BB6170347E37}"/>
                    </a:ext>
                  </a:extLst>
                </p:cNvPr>
                <p:cNvSpPr/>
                <p:nvPr/>
              </p:nvSpPr>
              <p:spPr>
                <a:xfrm>
                  <a:off x="0" y="25704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3" name="Rectangle 2192">
                  <a:extLst>
                    <a:ext uri="{FF2B5EF4-FFF2-40B4-BE49-F238E27FC236}">
                      <a16:creationId xmlns:a16="http://schemas.microsoft.com/office/drawing/2014/main" id="{1D240F90-C4B1-1E62-AD13-5B39B167888A}"/>
                    </a:ext>
                  </a:extLst>
                </p:cNvPr>
                <p:cNvSpPr/>
                <p:nvPr/>
              </p:nvSpPr>
              <p:spPr>
                <a:xfrm>
                  <a:off x="0" y="28041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4" name="Rectangle 2193">
                  <a:extLst>
                    <a:ext uri="{FF2B5EF4-FFF2-40B4-BE49-F238E27FC236}">
                      <a16:creationId xmlns:a16="http://schemas.microsoft.com/office/drawing/2014/main" id="{80DE905C-593A-B234-0CC5-B3F6A7B534AF}"/>
                    </a:ext>
                  </a:extLst>
                </p:cNvPr>
                <p:cNvSpPr/>
                <p:nvPr/>
              </p:nvSpPr>
              <p:spPr>
                <a:xfrm>
                  <a:off x="0" y="30378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5" name="Rectangle 2194">
                  <a:extLst>
                    <a:ext uri="{FF2B5EF4-FFF2-40B4-BE49-F238E27FC236}">
                      <a16:creationId xmlns:a16="http://schemas.microsoft.com/office/drawing/2014/main" id="{27401872-F9AB-2158-CC81-11EE1B9953C7}"/>
                    </a:ext>
                  </a:extLst>
                </p:cNvPr>
                <p:cNvSpPr/>
                <p:nvPr/>
              </p:nvSpPr>
              <p:spPr>
                <a:xfrm>
                  <a:off x="0" y="32715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6" name="Rectangle 2195">
                  <a:extLst>
                    <a:ext uri="{FF2B5EF4-FFF2-40B4-BE49-F238E27FC236}">
                      <a16:creationId xmlns:a16="http://schemas.microsoft.com/office/drawing/2014/main" id="{75473DF4-2A05-9C9B-9EDA-CAD2180ABB72}"/>
                    </a:ext>
                  </a:extLst>
                </p:cNvPr>
                <p:cNvSpPr/>
                <p:nvPr/>
              </p:nvSpPr>
              <p:spPr>
                <a:xfrm>
                  <a:off x="0" y="35052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7" name="Rectangle 2196">
                  <a:extLst>
                    <a:ext uri="{FF2B5EF4-FFF2-40B4-BE49-F238E27FC236}">
                      <a16:creationId xmlns:a16="http://schemas.microsoft.com/office/drawing/2014/main" id="{030F2C77-9D92-1FAC-84E2-B6CEA0205BF7}"/>
                    </a:ext>
                  </a:extLst>
                </p:cNvPr>
                <p:cNvSpPr/>
                <p:nvPr/>
              </p:nvSpPr>
              <p:spPr>
                <a:xfrm>
                  <a:off x="0" y="37388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8" name="Rectangle 2197">
                  <a:extLst>
                    <a:ext uri="{FF2B5EF4-FFF2-40B4-BE49-F238E27FC236}">
                      <a16:creationId xmlns:a16="http://schemas.microsoft.com/office/drawing/2014/main" id="{96225335-58A1-42F5-8B7D-C9F5E84E9518}"/>
                    </a:ext>
                  </a:extLst>
                </p:cNvPr>
                <p:cNvSpPr/>
                <p:nvPr/>
              </p:nvSpPr>
              <p:spPr>
                <a:xfrm>
                  <a:off x="0" y="39725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99" name="Rectangle 2198">
                  <a:extLst>
                    <a:ext uri="{FF2B5EF4-FFF2-40B4-BE49-F238E27FC236}">
                      <a16:creationId xmlns:a16="http://schemas.microsoft.com/office/drawing/2014/main" id="{18F8FFD2-4B32-DF95-F429-B6D3031DE01E}"/>
                    </a:ext>
                  </a:extLst>
                </p:cNvPr>
                <p:cNvSpPr/>
                <p:nvPr/>
              </p:nvSpPr>
              <p:spPr>
                <a:xfrm>
                  <a:off x="0" y="42062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0" name="Rectangle 2199">
                  <a:extLst>
                    <a:ext uri="{FF2B5EF4-FFF2-40B4-BE49-F238E27FC236}">
                      <a16:creationId xmlns:a16="http://schemas.microsoft.com/office/drawing/2014/main" id="{0152A5B1-90DC-6F7E-FA7C-0762DE30F8B6}"/>
                    </a:ext>
                  </a:extLst>
                </p:cNvPr>
                <p:cNvSpPr/>
                <p:nvPr/>
              </p:nvSpPr>
              <p:spPr>
                <a:xfrm>
                  <a:off x="0" y="44399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1" name="Rectangle 2200">
                  <a:extLst>
                    <a:ext uri="{FF2B5EF4-FFF2-40B4-BE49-F238E27FC236}">
                      <a16:creationId xmlns:a16="http://schemas.microsoft.com/office/drawing/2014/main" id="{CA7CCB2C-7DFD-BCA9-FFF5-89C739705B08}"/>
                    </a:ext>
                  </a:extLst>
                </p:cNvPr>
                <p:cNvSpPr/>
                <p:nvPr/>
              </p:nvSpPr>
              <p:spPr>
                <a:xfrm>
                  <a:off x="0" y="46736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2" name="Rectangle 2201">
                  <a:extLst>
                    <a:ext uri="{FF2B5EF4-FFF2-40B4-BE49-F238E27FC236}">
                      <a16:creationId xmlns:a16="http://schemas.microsoft.com/office/drawing/2014/main" id="{1093AA4F-9BBD-49DF-98EF-9D684626D621}"/>
                    </a:ext>
                  </a:extLst>
                </p:cNvPr>
                <p:cNvSpPr/>
                <p:nvPr/>
              </p:nvSpPr>
              <p:spPr>
                <a:xfrm>
                  <a:off x="0" y="49072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3" name="Rectangle 2202">
                  <a:extLst>
                    <a:ext uri="{FF2B5EF4-FFF2-40B4-BE49-F238E27FC236}">
                      <a16:creationId xmlns:a16="http://schemas.microsoft.com/office/drawing/2014/main" id="{A2900836-BA82-4949-3B08-7AD6A30430A0}"/>
                    </a:ext>
                  </a:extLst>
                </p:cNvPr>
                <p:cNvSpPr/>
                <p:nvPr/>
              </p:nvSpPr>
              <p:spPr>
                <a:xfrm>
                  <a:off x="0" y="51409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4" name="Rectangle 2203">
                  <a:extLst>
                    <a:ext uri="{FF2B5EF4-FFF2-40B4-BE49-F238E27FC236}">
                      <a16:creationId xmlns:a16="http://schemas.microsoft.com/office/drawing/2014/main" id="{608FC529-070A-D15C-3108-7DD38AD0DFEF}"/>
                    </a:ext>
                  </a:extLst>
                </p:cNvPr>
                <p:cNvSpPr/>
                <p:nvPr/>
              </p:nvSpPr>
              <p:spPr>
                <a:xfrm>
                  <a:off x="0" y="53746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5" name="Rectangle 2204">
                  <a:extLst>
                    <a:ext uri="{FF2B5EF4-FFF2-40B4-BE49-F238E27FC236}">
                      <a16:creationId xmlns:a16="http://schemas.microsoft.com/office/drawing/2014/main" id="{42981FCD-84F4-116B-F5D5-02FF5565CC8D}"/>
                    </a:ext>
                  </a:extLst>
                </p:cNvPr>
                <p:cNvSpPr/>
                <p:nvPr/>
              </p:nvSpPr>
              <p:spPr>
                <a:xfrm>
                  <a:off x="0" y="56083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6" name="Rectangle 2205">
                  <a:extLst>
                    <a:ext uri="{FF2B5EF4-FFF2-40B4-BE49-F238E27FC236}">
                      <a16:creationId xmlns:a16="http://schemas.microsoft.com/office/drawing/2014/main" id="{63C33732-1070-4AD6-1AEF-BA62B9CA3E45}"/>
                    </a:ext>
                  </a:extLst>
                </p:cNvPr>
                <p:cNvSpPr/>
                <p:nvPr/>
              </p:nvSpPr>
              <p:spPr>
                <a:xfrm>
                  <a:off x="0" y="58420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7" name="Rectangle 2206">
                  <a:extLst>
                    <a:ext uri="{FF2B5EF4-FFF2-40B4-BE49-F238E27FC236}">
                      <a16:creationId xmlns:a16="http://schemas.microsoft.com/office/drawing/2014/main" id="{5345004C-530D-80CC-FE81-F0615CF39DB0}"/>
                    </a:ext>
                  </a:extLst>
                </p:cNvPr>
                <p:cNvSpPr/>
                <p:nvPr/>
              </p:nvSpPr>
              <p:spPr>
                <a:xfrm>
                  <a:off x="0" y="60756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8" name="Rectangle 2207">
                  <a:extLst>
                    <a:ext uri="{FF2B5EF4-FFF2-40B4-BE49-F238E27FC236}">
                      <a16:creationId xmlns:a16="http://schemas.microsoft.com/office/drawing/2014/main" id="{B6016459-6A21-B757-2A3D-42A4EA8836EB}"/>
                    </a:ext>
                  </a:extLst>
                </p:cNvPr>
                <p:cNvSpPr/>
                <p:nvPr/>
              </p:nvSpPr>
              <p:spPr>
                <a:xfrm>
                  <a:off x="0" y="630936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09" name="Rectangle 2208">
                  <a:extLst>
                    <a:ext uri="{FF2B5EF4-FFF2-40B4-BE49-F238E27FC236}">
                      <a16:creationId xmlns:a16="http://schemas.microsoft.com/office/drawing/2014/main" id="{76180627-BB30-F1FF-E29E-3F93F59E1661}"/>
                    </a:ext>
                  </a:extLst>
                </p:cNvPr>
                <p:cNvSpPr/>
                <p:nvPr/>
              </p:nvSpPr>
              <p:spPr>
                <a:xfrm>
                  <a:off x="0" y="654304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0" name="Rectangle 2209">
                  <a:extLst>
                    <a:ext uri="{FF2B5EF4-FFF2-40B4-BE49-F238E27FC236}">
                      <a16:creationId xmlns:a16="http://schemas.microsoft.com/office/drawing/2014/main" id="{9D2962D2-6865-59B4-838C-E8A5057E0A9B}"/>
                    </a:ext>
                  </a:extLst>
                </p:cNvPr>
                <p:cNvSpPr/>
                <p:nvPr/>
              </p:nvSpPr>
              <p:spPr>
                <a:xfrm>
                  <a:off x="0" y="677672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1" name="Rectangle 2210">
                  <a:extLst>
                    <a:ext uri="{FF2B5EF4-FFF2-40B4-BE49-F238E27FC236}">
                      <a16:creationId xmlns:a16="http://schemas.microsoft.com/office/drawing/2014/main" id="{E40E1C39-3210-A79F-DC35-C11E1ED8065E}"/>
                    </a:ext>
                  </a:extLst>
                </p:cNvPr>
                <p:cNvSpPr/>
                <p:nvPr/>
              </p:nvSpPr>
              <p:spPr>
                <a:xfrm>
                  <a:off x="0" y="701040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12" name="Rectangle 2211">
                  <a:extLst>
                    <a:ext uri="{FF2B5EF4-FFF2-40B4-BE49-F238E27FC236}">
                      <a16:creationId xmlns:a16="http://schemas.microsoft.com/office/drawing/2014/main" id="{07D70B64-2298-8166-2704-4AFE4648E05B}"/>
                    </a:ext>
                  </a:extLst>
                </p:cNvPr>
                <p:cNvSpPr/>
                <p:nvPr/>
              </p:nvSpPr>
              <p:spPr>
                <a:xfrm>
                  <a:off x="0" y="7244080"/>
                  <a:ext cx="233680" cy="233680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010785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2012</TotalTime>
  <Words>506</Words>
  <Application>Microsoft Office PowerPoint</Application>
  <PresentationFormat>Widescreen</PresentationFormat>
  <Paragraphs>90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Consolas</vt:lpstr>
      <vt:lpstr>Fira Code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Corey Montella</dc:creator>
  <cp:lastModifiedBy>Corey Montella</cp:lastModifiedBy>
  <cp:revision>3</cp:revision>
  <dcterms:created xsi:type="dcterms:W3CDTF">2025-11-07T17:11:49Z</dcterms:created>
  <dcterms:modified xsi:type="dcterms:W3CDTF">2025-11-09T02:44:29Z</dcterms:modified>
</cp:coreProperties>
</file>